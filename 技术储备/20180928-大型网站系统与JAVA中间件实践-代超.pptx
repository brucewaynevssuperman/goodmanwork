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279" r:id="rId3"/>
    <p:sldId id="259" r:id="rId4"/>
    <p:sldId id="258" r:id="rId5"/>
    <p:sldId id="270" r:id="rId6"/>
    <p:sldId id="301" r:id="rId7"/>
    <p:sldId id="299" r:id="rId8"/>
    <p:sldId id="300" r:id="rId9"/>
    <p:sldId id="302" r:id="rId10"/>
    <p:sldId id="303" r:id="rId11"/>
    <p:sldId id="277" r:id="rId12"/>
    <p:sldId id="304" r:id="rId13"/>
    <p:sldId id="305" r:id="rId14"/>
    <p:sldId id="297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2" r:id="rId31"/>
    <p:sldId id="321" r:id="rId32"/>
    <p:sldId id="323" r:id="rId33"/>
    <p:sldId id="324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265" r:id="rId4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3295" autoAdjust="0"/>
  </p:normalViewPr>
  <p:slideViewPr>
    <p:cSldViewPr>
      <p:cViewPr varScale="1">
        <p:scale>
          <a:sx n="128" d="100"/>
          <a:sy n="128" d="100"/>
        </p:scale>
        <p:origin x="111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A0961-6C76-4CC7-842B-6100ADB6029B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1742-3546-4E4B-A723-1F6BFABF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343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负载均衡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同步问题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/>
              <a:t>Session Sticky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若其中一台服务器挂掉，那么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将会丢失。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/>
              <a:t>Session Replication</a:t>
            </a: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/>
              <a:t>同步</a:t>
            </a:r>
            <a:r>
              <a:rPr lang="en-US" altLang="zh-CN" sz="1400" dirty="0" smtClean="0"/>
              <a:t>Session</a:t>
            </a:r>
            <a:r>
              <a:rPr lang="zh-CN" altLang="en-US" sz="1400" dirty="0" smtClean="0"/>
              <a:t>需要额外的带宽；每台服务器器上都需要存储所有的</a:t>
            </a:r>
            <a:r>
              <a:rPr lang="en-US" altLang="zh-CN" sz="1400" dirty="0" smtClean="0"/>
              <a:t>Session</a:t>
            </a: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/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/>
              <a:t>Session</a:t>
            </a:r>
            <a:r>
              <a:rPr lang="zh-CN" altLang="en-US" sz="1400" dirty="0" smtClean="0"/>
              <a:t>集中存储</a:t>
            </a:r>
            <a:endParaRPr lang="en-US" altLang="zh-CN" sz="1400" dirty="0" smtClean="0"/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/>
              <a:t>额外的网络操作，但是内网问题不大；集中存储的服务器有问题，会影响整体服务。</a:t>
            </a:r>
            <a:endParaRPr lang="en-US" altLang="zh-CN" sz="1400" dirty="0" smtClean="0"/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/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/>
              <a:t>Cookie</a:t>
            </a: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/>
              <a:t>Cookie</a:t>
            </a:r>
            <a:r>
              <a:rPr lang="zh-CN" altLang="en-US" sz="1400" dirty="0" smtClean="0"/>
              <a:t>长度限制；不安全；带宽消耗更多；性能影响；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419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3516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531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6033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9551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1661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346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单机进程中的方法调用只需要将程序计数器指向响应的入库地址。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多机之间的方法调用，首先需要对请求信息进行编码，然后传给远程节点，在解码之后真正进行调用。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685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40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1835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7616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0933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20118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13721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3771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61824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6316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875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34735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65257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25394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14818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4373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71122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41865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5616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7355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86941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6051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378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72706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41022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90179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72736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03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17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51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52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08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04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20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294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57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827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23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70" y="863948"/>
            <a:ext cx="7358063" cy="1741289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5000" dirty="0" err="1"/>
              <a:t>标题文本</a:t>
            </a:r>
            <a:endParaRPr sz="5000" dirty="0"/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70" y="2652118"/>
            <a:ext cx="7358063" cy="59605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000"/>
            </a:lvl1pPr>
            <a:lvl2pPr marL="0" indent="143489" algn="ctr">
              <a:spcBef>
                <a:spcPts val="0"/>
              </a:spcBef>
              <a:buSzTx/>
              <a:buNone/>
              <a:defRPr sz="2000"/>
            </a:lvl2pPr>
            <a:lvl3pPr marL="0" indent="286977" algn="ctr">
              <a:spcBef>
                <a:spcPts val="0"/>
              </a:spcBef>
              <a:buSzTx/>
              <a:buNone/>
              <a:defRPr sz="2000"/>
            </a:lvl3pPr>
            <a:lvl4pPr marL="0" indent="430466" algn="ctr">
              <a:spcBef>
                <a:spcPts val="0"/>
              </a:spcBef>
              <a:buSzTx/>
              <a:buNone/>
              <a:defRPr sz="2000"/>
            </a:lvl4pPr>
            <a:lvl5pPr marL="0" indent="573955" algn="ctr">
              <a:spcBef>
                <a:spcPts val="0"/>
              </a:spcBef>
              <a:buSzTx/>
              <a:buNone/>
              <a:defRPr sz="2000"/>
            </a:lvl5pPr>
          </a:lstStyle>
          <a:p>
            <a:pPr lvl="0">
              <a:defRPr sz="1800"/>
            </a:pPr>
            <a:r>
              <a:rPr sz="2000" dirty="0" err="1"/>
              <a:t>正文级别</a:t>
            </a:r>
            <a:r>
              <a:rPr sz="2000" dirty="0"/>
              <a:t> 1</a:t>
            </a:r>
          </a:p>
          <a:p>
            <a:pPr lvl="1">
              <a:defRPr sz="1800"/>
            </a:pPr>
            <a:r>
              <a:rPr sz="2000" dirty="0" err="1"/>
              <a:t>正文级别</a:t>
            </a:r>
            <a:r>
              <a:rPr sz="2000" dirty="0"/>
              <a:t> 2</a:t>
            </a:r>
          </a:p>
          <a:p>
            <a:pPr lvl="2">
              <a:defRPr sz="1800"/>
            </a:pPr>
            <a:r>
              <a:rPr sz="2000" dirty="0" err="1"/>
              <a:t>正文级别</a:t>
            </a:r>
            <a:r>
              <a:rPr sz="2000" dirty="0"/>
              <a:t> 3</a:t>
            </a:r>
          </a:p>
          <a:p>
            <a:pPr lvl="3">
              <a:defRPr sz="1800"/>
            </a:pPr>
            <a:r>
              <a:rPr sz="2000" dirty="0" err="1"/>
              <a:t>正文级别</a:t>
            </a:r>
            <a:r>
              <a:rPr sz="2000" dirty="0"/>
              <a:t> 4</a:t>
            </a:r>
          </a:p>
          <a:p>
            <a:pPr lvl="4">
              <a:defRPr sz="1800"/>
            </a:pPr>
            <a:r>
              <a:rPr sz="2000" dirty="0" err="1"/>
              <a:t>正文级别</a:t>
            </a:r>
            <a:r>
              <a:rPr sz="2000" dirty="0"/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24766320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85334-1357-48C0-87BA-26133B24B476}" type="datetimeFigureOut">
              <a:rPr lang="zh-CN" altLang="en-US" smtClean="0"/>
              <a:t>2018-9-28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72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emf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0" y="1988159"/>
            <a:ext cx="6877881" cy="1085599"/>
            <a:chOff x="0" y="1988159"/>
            <a:chExt cx="6877881" cy="1085599"/>
          </a:xfrm>
          <a:solidFill>
            <a:srgbClr val="1B428C"/>
          </a:solidFill>
        </p:grpSpPr>
        <p:sp>
          <p:nvSpPr>
            <p:cNvPr id="6" name="矩形 5"/>
            <p:cNvSpPr/>
            <p:nvPr/>
          </p:nvSpPr>
          <p:spPr>
            <a:xfrm>
              <a:off x="0" y="1988159"/>
              <a:ext cx="6224854" cy="1085599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71" tIns="34285" rIns="68571" bIns="3428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10800000">
              <a:off x="5571826" y="1988159"/>
              <a:ext cx="1306055" cy="1085599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71" tIns="34285" rIns="68571" bIns="34285"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346502" y="1998099"/>
            <a:ext cx="2797497" cy="1085599"/>
            <a:chOff x="6346502" y="1998099"/>
            <a:chExt cx="2797497" cy="108559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6959830" y="1998099"/>
              <a:ext cx="2184169" cy="1085599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71" tIns="34285" rIns="68571" bIns="3428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6346502" y="1998099"/>
              <a:ext cx="1226655" cy="1085599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71" tIns="34285" rIns="68571" bIns="34285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" y="2197205"/>
            <a:ext cx="651621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大型网站系统与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中间件实践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410004"/>
            <a:ext cx="9144000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代超     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2018-09</a:t>
            </a:r>
            <a:endParaRPr lang="zh-CN" altLang="en-US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5"/>
          <p:cNvSpPr txBox="1"/>
          <p:nvPr/>
        </p:nvSpPr>
        <p:spPr>
          <a:xfrm>
            <a:off x="6344329" y="2611774"/>
            <a:ext cx="143691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lang="zh-CN" altLang="en-US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827365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528" y="91948"/>
            <a:ext cx="430030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8621" y="474116"/>
            <a:ext cx="3359527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305" y="61934"/>
            <a:ext cx="1405165" cy="41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任意多边形 10"/>
          <p:cNvSpPr>
            <a:spLocks/>
          </p:cNvSpPr>
          <p:nvPr/>
        </p:nvSpPr>
        <p:spPr bwMode="auto">
          <a:xfrm>
            <a:off x="2448506" y="2439555"/>
            <a:ext cx="4810025" cy="728548"/>
          </a:xfrm>
          <a:custGeom>
            <a:avLst/>
            <a:gdLst>
              <a:gd name="connsiteX0" fmla="*/ 6197162 w 6565124"/>
              <a:gd name="connsiteY0" fmla="*/ 1112703 h 1112703"/>
              <a:gd name="connsiteX1" fmla="*/ 5690821 w 6565124"/>
              <a:gd name="connsiteY1" fmla="*/ 1112703 h 1112703"/>
              <a:gd name="connsiteX2" fmla="*/ 5685849 w 6565124"/>
              <a:gd name="connsiteY2" fmla="*/ 1112703 h 1112703"/>
              <a:gd name="connsiteX3" fmla="*/ 5186165 w 6565124"/>
              <a:gd name="connsiteY3" fmla="*/ 1112703 h 1112703"/>
              <a:gd name="connsiteX4" fmla="*/ 5179508 w 6565124"/>
              <a:gd name="connsiteY4" fmla="*/ 1112703 h 1112703"/>
              <a:gd name="connsiteX5" fmla="*/ 4679824 w 6565124"/>
              <a:gd name="connsiteY5" fmla="*/ 1112703 h 1112703"/>
              <a:gd name="connsiteX6" fmla="*/ 4674852 w 6565124"/>
              <a:gd name="connsiteY6" fmla="*/ 1112703 h 1112703"/>
              <a:gd name="connsiteX7" fmla="*/ 4354760 w 6565124"/>
              <a:gd name="connsiteY7" fmla="*/ 1112703 h 1112703"/>
              <a:gd name="connsiteX8" fmla="*/ 4238331 w 6565124"/>
              <a:gd name="connsiteY8" fmla="*/ 1112703 h 1112703"/>
              <a:gd name="connsiteX9" fmla="*/ 4168511 w 6565124"/>
              <a:gd name="connsiteY9" fmla="*/ 1112703 h 1112703"/>
              <a:gd name="connsiteX10" fmla="*/ 3848419 w 6565124"/>
              <a:gd name="connsiteY10" fmla="*/ 1112703 h 1112703"/>
              <a:gd name="connsiteX11" fmla="*/ 3843447 w 6565124"/>
              <a:gd name="connsiteY11" fmla="*/ 1112703 h 1112703"/>
              <a:gd name="connsiteX12" fmla="*/ 3731991 w 6565124"/>
              <a:gd name="connsiteY12" fmla="*/ 1112703 h 1112703"/>
              <a:gd name="connsiteX13" fmla="*/ 3727018 w 6565124"/>
              <a:gd name="connsiteY13" fmla="*/ 1112703 h 1112703"/>
              <a:gd name="connsiteX14" fmla="*/ 3343763 w 6565124"/>
              <a:gd name="connsiteY14" fmla="*/ 1112703 h 1112703"/>
              <a:gd name="connsiteX15" fmla="*/ 3337106 w 6565124"/>
              <a:gd name="connsiteY15" fmla="*/ 1112703 h 1112703"/>
              <a:gd name="connsiteX16" fmla="*/ 3227334 w 6565124"/>
              <a:gd name="connsiteY16" fmla="*/ 1112703 h 1112703"/>
              <a:gd name="connsiteX17" fmla="*/ 3220677 w 6565124"/>
              <a:gd name="connsiteY17" fmla="*/ 1112703 h 1112703"/>
              <a:gd name="connsiteX18" fmla="*/ 2837422 w 6565124"/>
              <a:gd name="connsiteY18" fmla="*/ 1112703 h 1112703"/>
              <a:gd name="connsiteX19" fmla="*/ 2832450 w 6565124"/>
              <a:gd name="connsiteY19" fmla="*/ 1112703 h 1112703"/>
              <a:gd name="connsiteX20" fmla="*/ 2720994 w 6565124"/>
              <a:gd name="connsiteY20" fmla="*/ 1112703 h 1112703"/>
              <a:gd name="connsiteX21" fmla="*/ 2716021 w 6565124"/>
              <a:gd name="connsiteY21" fmla="*/ 1112703 h 1112703"/>
              <a:gd name="connsiteX22" fmla="*/ 2395929 w 6565124"/>
              <a:gd name="connsiteY22" fmla="*/ 1112703 h 1112703"/>
              <a:gd name="connsiteX23" fmla="*/ 2326109 w 6565124"/>
              <a:gd name="connsiteY23" fmla="*/ 1112703 h 1112703"/>
              <a:gd name="connsiteX24" fmla="*/ 2209681 w 6565124"/>
              <a:gd name="connsiteY24" fmla="*/ 1112703 h 1112703"/>
              <a:gd name="connsiteX25" fmla="*/ 1889589 w 6565124"/>
              <a:gd name="connsiteY25" fmla="*/ 1112703 h 1112703"/>
              <a:gd name="connsiteX26" fmla="*/ 1884616 w 6565124"/>
              <a:gd name="connsiteY26" fmla="*/ 1112703 h 1112703"/>
              <a:gd name="connsiteX27" fmla="*/ 1384932 w 6565124"/>
              <a:gd name="connsiteY27" fmla="*/ 1112703 h 1112703"/>
              <a:gd name="connsiteX28" fmla="*/ 1378275 w 6565124"/>
              <a:gd name="connsiteY28" fmla="*/ 1112703 h 1112703"/>
              <a:gd name="connsiteX29" fmla="*/ 878592 w 6565124"/>
              <a:gd name="connsiteY29" fmla="*/ 1112703 h 1112703"/>
              <a:gd name="connsiteX30" fmla="*/ 873619 w 6565124"/>
              <a:gd name="connsiteY30" fmla="*/ 1112703 h 1112703"/>
              <a:gd name="connsiteX31" fmla="*/ 367278 w 6565124"/>
              <a:gd name="connsiteY31" fmla="*/ 1112703 h 1112703"/>
              <a:gd name="connsiteX32" fmla="*/ 268668 w 6565124"/>
              <a:gd name="connsiteY32" fmla="*/ 1056063 h 1112703"/>
              <a:gd name="connsiteX33" fmla="*/ 13011 w 6565124"/>
              <a:gd name="connsiteY33" fmla="*/ 612992 h 1112703"/>
              <a:gd name="connsiteX34" fmla="*/ 13011 w 6565124"/>
              <a:gd name="connsiteY34" fmla="*/ 499712 h 1112703"/>
              <a:gd name="connsiteX35" fmla="*/ 268668 w 6565124"/>
              <a:gd name="connsiteY35" fmla="*/ 56641 h 1112703"/>
              <a:gd name="connsiteX36" fmla="*/ 367278 w 6565124"/>
              <a:gd name="connsiteY36" fmla="*/ 0 h 1112703"/>
              <a:gd name="connsiteX37" fmla="*/ 870602 w 6565124"/>
              <a:gd name="connsiteY37" fmla="*/ 0 h 1112703"/>
              <a:gd name="connsiteX38" fmla="*/ 873619 w 6565124"/>
              <a:gd name="connsiteY38" fmla="*/ 0 h 1112703"/>
              <a:gd name="connsiteX39" fmla="*/ 877593 w 6565124"/>
              <a:gd name="connsiteY39" fmla="*/ 0 h 1112703"/>
              <a:gd name="connsiteX40" fmla="*/ 878592 w 6565124"/>
              <a:gd name="connsiteY40" fmla="*/ 0 h 1112703"/>
              <a:gd name="connsiteX41" fmla="*/ 963623 w 6565124"/>
              <a:gd name="connsiteY41" fmla="*/ 0 h 1112703"/>
              <a:gd name="connsiteX42" fmla="*/ 1362715 w 6565124"/>
              <a:gd name="connsiteY42" fmla="*/ 0 h 1112703"/>
              <a:gd name="connsiteX43" fmla="*/ 1378275 w 6565124"/>
              <a:gd name="connsiteY43" fmla="*/ 0 h 1112703"/>
              <a:gd name="connsiteX44" fmla="*/ 1378349 w 6565124"/>
              <a:gd name="connsiteY44" fmla="*/ 0 h 1112703"/>
              <a:gd name="connsiteX45" fmla="*/ 1384932 w 6565124"/>
              <a:gd name="connsiteY45" fmla="*/ 0 h 1112703"/>
              <a:gd name="connsiteX46" fmla="*/ 1509022 w 6565124"/>
              <a:gd name="connsiteY46" fmla="*/ 0 h 1112703"/>
              <a:gd name="connsiteX47" fmla="*/ 1881599 w 6565124"/>
              <a:gd name="connsiteY47" fmla="*/ 0 h 1112703"/>
              <a:gd name="connsiteX48" fmla="*/ 1884616 w 6565124"/>
              <a:gd name="connsiteY48" fmla="*/ 0 h 1112703"/>
              <a:gd name="connsiteX49" fmla="*/ 1888590 w 6565124"/>
              <a:gd name="connsiteY49" fmla="*/ 0 h 1112703"/>
              <a:gd name="connsiteX50" fmla="*/ 1889589 w 6565124"/>
              <a:gd name="connsiteY50" fmla="*/ 0 h 1112703"/>
              <a:gd name="connsiteX51" fmla="*/ 1974620 w 6565124"/>
              <a:gd name="connsiteY51" fmla="*/ 0 h 1112703"/>
              <a:gd name="connsiteX52" fmla="*/ 2169948 w 6565124"/>
              <a:gd name="connsiteY52" fmla="*/ 0 h 1112703"/>
              <a:gd name="connsiteX53" fmla="*/ 2209681 w 6565124"/>
              <a:gd name="connsiteY53" fmla="*/ 0 h 1112703"/>
              <a:gd name="connsiteX54" fmla="*/ 2293070 w 6565124"/>
              <a:gd name="connsiteY54" fmla="*/ 0 h 1112703"/>
              <a:gd name="connsiteX55" fmla="*/ 2326109 w 6565124"/>
              <a:gd name="connsiteY55" fmla="*/ 0 h 1112703"/>
              <a:gd name="connsiteX56" fmla="*/ 2343265 w 6565124"/>
              <a:gd name="connsiteY56" fmla="*/ 0 h 1112703"/>
              <a:gd name="connsiteX57" fmla="*/ 2395929 w 6565124"/>
              <a:gd name="connsiteY57" fmla="*/ 0 h 1112703"/>
              <a:gd name="connsiteX58" fmla="*/ 2446737 w 6565124"/>
              <a:gd name="connsiteY58" fmla="*/ 0 h 1112703"/>
              <a:gd name="connsiteX59" fmla="*/ 2456856 w 6565124"/>
              <a:gd name="connsiteY59" fmla="*/ 0 h 1112703"/>
              <a:gd name="connsiteX60" fmla="*/ 2596162 w 6565124"/>
              <a:gd name="connsiteY60" fmla="*/ 0 h 1112703"/>
              <a:gd name="connsiteX61" fmla="*/ 2628383 w 6565124"/>
              <a:gd name="connsiteY61" fmla="*/ 0 h 1112703"/>
              <a:gd name="connsiteX62" fmla="*/ 2678176 w 6565124"/>
              <a:gd name="connsiteY62" fmla="*/ 0 h 1112703"/>
              <a:gd name="connsiteX63" fmla="*/ 2713004 w 6565124"/>
              <a:gd name="connsiteY63" fmla="*/ 0 h 1112703"/>
              <a:gd name="connsiteX64" fmla="*/ 2716021 w 6565124"/>
              <a:gd name="connsiteY64" fmla="*/ 0 h 1112703"/>
              <a:gd name="connsiteX65" fmla="*/ 2719995 w 6565124"/>
              <a:gd name="connsiteY65" fmla="*/ 0 h 1112703"/>
              <a:gd name="connsiteX66" fmla="*/ 2720994 w 6565124"/>
              <a:gd name="connsiteY66" fmla="*/ 0 h 1112703"/>
              <a:gd name="connsiteX67" fmla="*/ 2738624 w 6565124"/>
              <a:gd name="connsiteY67" fmla="*/ 0 h 1112703"/>
              <a:gd name="connsiteX68" fmla="*/ 2801125 w 6565124"/>
              <a:gd name="connsiteY68" fmla="*/ 0 h 1112703"/>
              <a:gd name="connsiteX69" fmla="*/ 2806025 w 6565124"/>
              <a:gd name="connsiteY69" fmla="*/ 0 h 1112703"/>
              <a:gd name="connsiteX70" fmla="*/ 2829433 w 6565124"/>
              <a:gd name="connsiteY70" fmla="*/ 0 h 1112703"/>
              <a:gd name="connsiteX71" fmla="*/ 2832450 w 6565124"/>
              <a:gd name="connsiteY71" fmla="*/ 0 h 1112703"/>
              <a:gd name="connsiteX72" fmla="*/ 2836424 w 6565124"/>
              <a:gd name="connsiteY72" fmla="*/ 0 h 1112703"/>
              <a:gd name="connsiteX73" fmla="*/ 2837422 w 6565124"/>
              <a:gd name="connsiteY73" fmla="*/ 0 h 1112703"/>
              <a:gd name="connsiteX74" fmla="*/ 2922453 w 6565124"/>
              <a:gd name="connsiteY74" fmla="*/ 0 h 1112703"/>
              <a:gd name="connsiteX75" fmla="*/ 2974263 w 6565124"/>
              <a:gd name="connsiteY75" fmla="*/ 0 h 1112703"/>
              <a:gd name="connsiteX76" fmla="*/ 3090429 w 6565124"/>
              <a:gd name="connsiteY76" fmla="*/ 0 h 1112703"/>
              <a:gd name="connsiteX77" fmla="*/ 3090692 w 6565124"/>
              <a:gd name="connsiteY77" fmla="*/ 0 h 1112703"/>
              <a:gd name="connsiteX78" fmla="*/ 3205117 w 6565124"/>
              <a:gd name="connsiteY78" fmla="*/ 0 h 1112703"/>
              <a:gd name="connsiteX79" fmla="*/ 3206858 w 6565124"/>
              <a:gd name="connsiteY79" fmla="*/ 0 h 1112703"/>
              <a:gd name="connsiteX80" fmla="*/ 3220677 w 6565124"/>
              <a:gd name="connsiteY80" fmla="*/ 0 h 1112703"/>
              <a:gd name="connsiteX81" fmla="*/ 3220751 w 6565124"/>
              <a:gd name="connsiteY81" fmla="*/ 0 h 1112703"/>
              <a:gd name="connsiteX82" fmla="*/ 3227334 w 6565124"/>
              <a:gd name="connsiteY82" fmla="*/ 0 h 1112703"/>
              <a:gd name="connsiteX83" fmla="*/ 3321545 w 6565124"/>
              <a:gd name="connsiteY83" fmla="*/ 0 h 1112703"/>
              <a:gd name="connsiteX84" fmla="*/ 3337106 w 6565124"/>
              <a:gd name="connsiteY84" fmla="*/ 0 h 1112703"/>
              <a:gd name="connsiteX85" fmla="*/ 3337180 w 6565124"/>
              <a:gd name="connsiteY85" fmla="*/ 0 h 1112703"/>
              <a:gd name="connsiteX86" fmla="*/ 3343763 w 6565124"/>
              <a:gd name="connsiteY86" fmla="*/ 0 h 1112703"/>
              <a:gd name="connsiteX87" fmla="*/ 3351424 w 6565124"/>
              <a:gd name="connsiteY87" fmla="*/ 0 h 1112703"/>
              <a:gd name="connsiteX88" fmla="*/ 3467852 w 6565124"/>
              <a:gd name="connsiteY88" fmla="*/ 0 h 1112703"/>
              <a:gd name="connsiteX89" fmla="*/ 3522951 w 6565124"/>
              <a:gd name="connsiteY89" fmla="*/ 0 h 1112703"/>
              <a:gd name="connsiteX90" fmla="*/ 3633192 w 6565124"/>
              <a:gd name="connsiteY90" fmla="*/ 0 h 1112703"/>
              <a:gd name="connsiteX91" fmla="*/ 3639380 w 6565124"/>
              <a:gd name="connsiteY91" fmla="*/ 0 h 1112703"/>
              <a:gd name="connsiteX92" fmla="*/ 3695692 w 6565124"/>
              <a:gd name="connsiteY92" fmla="*/ 0 h 1112703"/>
              <a:gd name="connsiteX93" fmla="*/ 3724001 w 6565124"/>
              <a:gd name="connsiteY93" fmla="*/ 0 h 1112703"/>
              <a:gd name="connsiteX94" fmla="*/ 3727018 w 6565124"/>
              <a:gd name="connsiteY94" fmla="*/ 0 h 1112703"/>
              <a:gd name="connsiteX95" fmla="*/ 3730992 w 6565124"/>
              <a:gd name="connsiteY95" fmla="*/ 0 h 1112703"/>
              <a:gd name="connsiteX96" fmla="*/ 3731991 w 6565124"/>
              <a:gd name="connsiteY96" fmla="*/ 0 h 1112703"/>
              <a:gd name="connsiteX97" fmla="*/ 3749620 w 6565124"/>
              <a:gd name="connsiteY97" fmla="*/ 0 h 1112703"/>
              <a:gd name="connsiteX98" fmla="*/ 3812121 w 6565124"/>
              <a:gd name="connsiteY98" fmla="*/ 0 h 1112703"/>
              <a:gd name="connsiteX99" fmla="*/ 3817022 w 6565124"/>
              <a:gd name="connsiteY99" fmla="*/ 0 h 1112703"/>
              <a:gd name="connsiteX100" fmla="*/ 3840430 w 6565124"/>
              <a:gd name="connsiteY100" fmla="*/ 0 h 1112703"/>
              <a:gd name="connsiteX101" fmla="*/ 3843447 w 6565124"/>
              <a:gd name="connsiteY101" fmla="*/ 0 h 1112703"/>
              <a:gd name="connsiteX102" fmla="*/ 3847421 w 6565124"/>
              <a:gd name="connsiteY102" fmla="*/ 0 h 1112703"/>
              <a:gd name="connsiteX103" fmla="*/ 3848419 w 6565124"/>
              <a:gd name="connsiteY103" fmla="*/ 0 h 1112703"/>
              <a:gd name="connsiteX104" fmla="*/ 3933450 w 6565124"/>
              <a:gd name="connsiteY104" fmla="*/ 0 h 1112703"/>
              <a:gd name="connsiteX105" fmla="*/ 4012350 w 6565124"/>
              <a:gd name="connsiteY105" fmla="*/ 0 h 1112703"/>
              <a:gd name="connsiteX106" fmla="*/ 4135472 w 6565124"/>
              <a:gd name="connsiteY106" fmla="*/ 0 h 1112703"/>
              <a:gd name="connsiteX107" fmla="*/ 4168511 w 6565124"/>
              <a:gd name="connsiteY107" fmla="*/ 0 h 1112703"/>
              <a:gd name="connsiteX108" fmla="*/ 4177020 w 6565124"/>
              <a:gd name="connsiteY108" fmla="*/ 0 h 1112703"/>
              <a:gd name="connsiteX109" fmla="*/ 4185667 w 6565124"/>
              <a:gd name="connsiteY109" fmla="*/ 0 h 1112703"/>
              <a:gd name="connsiteX110" fmla="*/ 4231748 w 6565124"/>
              <a:gd name="connsiteY110" fmla="*/ 0 h 1112703"/>
              <a:gd name="connsiteX111" fmla="*/ 4238331 w 6565124"/>
              <a:gd name="connsiteY111" fmla="*/ 0 h 1112703"/>
              <a:gd name="connsiteX112" fmla="*/ 4299258 w 6565124"/>
              <a:gd name="connsiteY112" fmla="*/ 0 h 1112703"/>
              <a:gd name="connsiteX113" fmla="*/ 4302096 w 6565124"/>
              <a:gd name="connsiteY113" fmla="*/ 0 h 1112703"/>
              <a:gd name="connsiteX114" fmla="*/ 4354760 w 6565124"/>
              <a:gd name="connsiteY114" fmla="*/ 0 h 1112703"/>
              <a:gd name="connsiteX115" fmla="*/ 4470785 w 6565124"/>
              <a:gd name="connsiteY115" fmla="*/ 0 h 1112703"/>
              <a:gd name="connsiteX116" fmla="*/ 4671835 w 6565124"/>
              <a:gd name="connsiteY116" fmla="*/ 0 h 1112703"/>
              <a:gd name="connsiteX117" fmla="*/ 4674852 w 6565124"/>
              <a:gd name="connsiteY117" fmla="*/ 0 h 1112703"/>
              <a:gd name="connsiteX118" fmla="*/ 4678826 w 6565124"/>
              <a:gd name="connsiteY118" fmla="*/ 0 h 1112703"/>
              <a:gd name="connsiteX119" fmla="*/ 4679824 w 6565124"/>
              <a:gd name="connsiteY119" fmla="*/ 0 h 1112703"/>
              <a:gd name="connsiteX120" fmla="*/ 4764855 w 6565124"/>
              <a:gd name="connsiteY120" fmla="*/ 0 h 1112703"/>
              <a:gd name="connsiteX121" fmla="*/ 5163947 w 6565124"/>
              <a:gd name="connsiteY121" fmla="*/ 0 h 1112703"/>
              <a:gd name="connsiteX122" fmla="*/ 5179508 w 6565124"/>
              <a:gd name="connsiteY122" fmla="*/ 0 h 1112703"/>
              <a:gd name="connsiteX123" fmla="*/ 5179582 w 6565124"/>
              <a:gd name="connsiteY123" fmla="*/ 0 h 1112703"/>
              <a:gd name="connsiteX124" fmla="*/ 5186165 w 6565124"/>
              <a:gd name="connsiteY124" fmla="*/ 0 h 1112703"/>
              <a:gd name="connsiteX125" fmla="*/ 5310254 w 6565124"/>
              <a:gd name="connsiteY125" fmla="*/ 0 h 1112703"/>
              <a:gd name="connsiteX126" fmla="*/ 5682832 w 6565124"/>
              <a:gd name="connsiteY126" fmla="*/ 0 h 1112703"/>
              <a:gd name="connsiteX127" fmla="*/ 5685849 w 6565124"/>
              <a:gd name="connsiteY127" fmla="*/ 0 h 1112703"/>
              <a:gd name="connsiteX128" fmla="*/ 5689822 w 6565124"/>
              <a:gd name="connsiteY128" fmla="*/ 0 h 1112703"/>
              <a:gd name="connsiteX129" fmla="*/ 5690821 w 6565124"/>
              <a:gd name="connsiteY129" fmla="*/ 0 h 1112703"/>
              <a:gd name="connsiteX130" fmla="*/ 5775852 w 6565124"/>
              <a:gd name="connsiteY130" fmla="*/ 0 h 1112703"/>
              <a:gd name="connsiteX131" fmla="*/ 6197162 w 6565124"/>
              <a:gd name="connsiteY131" fmla="*/ 0 h 1112703"/>
              <a:gd name="connsiteX132" fmla="*/ 6295772 w 6565124"/>
              <a:gd name="connsiteY132" fmla="*/ 56641 h 1112703"/>
              <a:gd name="connsiteX133" fmla="*/ 6551428 w 6565124"/>
              <a:gd name="connsiteY133" fmla="*/ 499712 h 1112703"/>
              <a:gd name="connsiteX134" fmla="*/ 6551428 w 6565124"/>
              <a:gd name="connsiteY134" fmla="*/ 612992 h 1112703"/>
              <a:gd name="connsiteX135" fmla="*/ 6295772 w 6565124"/>
              <a:gd name="connsiteY135" fmla="*/ 1056063 h 1112703"/>
              <a:gd name="connsiteX136" fmla="*/ 6197162 w 6565124"/>
              <a:gd name="connsiteY136" fmla="*/ 1112703 h 111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6565124" h="1112703">
                <a:moveTo>
                  <a:pt x="6197162" y="1112703"/>
                </a:moveTo>
                <a:lnTo>
                  <a:pt x="5690821" y="1112703"/>
                </a:lnTo>
                <a:lnTo>
                  <a:pt x="5685849" y="1112703"/>
                </a:lnTo>
                <a:lnTo>
                  <a:pt x="5186165" y="1112703"/>
                </a:lnTo>
                <a:lnTo>
                  <a:pt x="5179508" y="1112703"/>
                </a:lnTo>
                <a:lnTo>
                  <a:pt x="4679824" y="1112703"/>
                </a:lnTo>
                <a:lnTo>
                  <a:pt x="4674852" y="1112703"/>
                </a:lnTo>
                <a:lnTo>
                  <a:pt x="4354760" y="1112703"/>
                </a:lnTo>
                <a:lnTo>
                  <a:pt x="4238331" y="1112703"/>
                </a:lnTo>
                <a:lnTo>
                  <a:pt x="4168511" y="1112703"/>
                </a:lnTo>
                <a:lnTo>
                  <a:pt x="3848419" y="1112703"/>
                </a:lnTo>
                <a:lnTo>
                  <a:pt x="3843447" y="1112703"/>
                </a:lnTo>
                <a:lnTo>
                  <a:pt x="3731991" y="1112703"/>
                </a:lnTo>
                <a:lnTo>
                  <a:pt x="3727018" y="1112703"/>
                </a:lnTo>
                <a:lnTo>
                  <a:pt x="3343763" y="1112703"/>
                </a:lnTo>
                <a:lnTo>
                  <a:pt x="3337106" y="1112703"/>
                </a:lnTo>
                <a:lnTo>
                  <a:pt x="3227334" y="1112703"/>
                </a:lnTo>
                <a:lnTo>
                  <a:pt x="3220677" y="1112703"/>
                </a:lnTo>
                <a:lnTo>
                  <a:pt x="2837422" y="1112703"/>
                </a:lnTo>
                <a:lnTo>
                  <a:pt x="2832450" y="1112703"/>
                </a:lnTo>
                <a:lnTo>
                  <a:pt x="2720994" y="1112703"/>
                </a:lnTo>
                <a:lnTo>
                  <a:pt x="2716021" y="1112703"/>
                </a:lnTo>
                <a:lnTo>
                  <a:pt x="2395929" y="1112703"/>
                </a:lnTo>
                <a:lnTo>
                  <a:pt x="2326109" y="1112703"/>
                </a:lnTo>
                <a:lnTo>
                  <a:pt x="2209681" y="1112703"/>
                </a:lnTo>
                <a:lnTo>
                  <a:pt x="1889589" y="1112703"/>
                </a:lnTo>
                <a:lnTo>
                  <a:pt x="1884616" y="1112703"/>
                </a:lnTo>
                <a:lnTo>
                  <a:pt x="1384932" y="1112703"/>
                </a:lnTo>
                <a:lnTo>
                  <a:pt x="1378275" y="1112703"/>
                </a:lnTo>
                <a:lnTo>
                  <a:pt x="878592" y="1112703"/>
                </a:lnTo>
                <a:lnTo>
                  <a:pt x="873619" y="1112703"/>
                </a:lnTo>
                <a:lnTo>
                  <a:pt x="367278" y="1112703"/>
                </a:lnTo>
                <a:cubicBezTo>
                  <a:pt x="331669" y="1112703"/>
                  <a:pt x="286929" y="1087124"/>
                  <a:pt x="268668" y="1056063"/>
                </a:cubicBezTo>
                <a:cubicBezTo>
                  <a:pt x="13011" y="612992"/>
                  <a:pt x="13011" y="612992"/>
                  <a:pt x="13011" y="612992"/>
                </a:cubicBezTo>
                <a:cubicBezTo>
                  <a:pt x="-4337" y="581931"/>
                  <a:pt x="-4337" y="530773"/>
                  <a:pt x="13011" y="499712"/>
                </a:cubicBezTo>
                <a:cubicBezTo>
                  <a:pt x="268668" y="56641"/>
                  <a:pt x="268668" y="56641"/>
                  <a:pt x="268668" y="56641"/>
                </a:cubicBezTo>
                <a:cubicBezTo>
                  <a:pt x="286929" y="25580"/>
                  <a:pt x="331669" y="0"/>
                  <a:pt x="367278" y="0"/>
                </a:cubicBezTo>
                <a:cubicBezTo>
                  <a:pt x="750764" y="0"/>
                  <a:pt x="846635" y="0"/>
                  <a:pt x="870602" y="0"/>
                </a:cubicBezTo>
                <a:lnTo>
                  <a:pt x="873619" y="0"/>
                </a:lnTo>
                <a:lnTo>
                  <a:pt x="877593" y="0"/>
                </a:lnTo>
                <a:cubicBezTo>
                  <a:pt x="878592" y="0"/>
                  <a:pt x="878592" y="0"/>
                  <a:pt x="878592" y="0"/>
                </a:cubicBezTo>
                <a:lnTo>
                  <a:pt x="963623" y="0"/>
                </a:lnTo>
                <a:cubicBezTo>
                  <a:pt x="1226941" y="0"/>
                  <a:pt x="1325686" y="0"/>
                  <a:pt x="1362715" y="0"/>
                </a:cubicBezTo>
                <a:lnTo>
                  <a:pt x="1378275" y="0"/>
                </a:lnTo>
                <a:lnTo>
                  <a:pt x="1378349" y="0"/>
                </a:lnTo>
                <a:cubicBezTo>
                  <a:pt x="1384932" y="0"/>
                  <a:pt x="1384932" y="0"/>
                  <a:pt x="1384932" y="0"/>
                </a:cubicBezTo>
                <a:lnTo>
                  <a:pt x="1509022" y="0"/>
                </a:lnTo>
                <a:cubicBezTo>
                  <a:pt x="1784605" y="0"/>
                  <a:pt x="1860628" y="0"/>
                  <a:pt x="1881599" y="0"/>
                </a:cubicBezTo>
                <a:lnTo>
                  <a:pt x="1884616" y="0"/>
                </a:lnTo>
                <a:lnTo>
                  <a:pt x="1888590" y="0"/>
                </a:lnTo>
                <a:cubicBezTo>
                  <a:pt x="1889589" y="0"/>
                  <a:pt x="1889589" y="0"/>
                  <a:pt x="1889589" y="0"/>
                </a:cubicBezTo>
                <a:lnTo>
                  <a:pt x="1974620" y="0"/>
                </a:lnTo>
                <a:cubicBezTo>
                  <a:pt x="2053615" y="0"/>
                  <a:pt x="2117799" y="0"/>
                  <a:pt x="2169948" y="0"/>
                </a:cubicBezTo>
                <a:lnTo>
                  <a:pt x="2209681" y="0"/>
                </a:lnTo>
                <a:lnTo>
                  <a:pt x="2293070" y="0"/>
                </a:lnTo>
                <a:lnTo>
                  <a:pt x="2326109" y="0"/>
                </a:lnTo>
                <a:lnTo>
                  <a:pt x="2343265" y="0"/>
                </a:lnTo>
                <a:cubicBezTo>
                  <a:pt x="2395929" y="0"/>
                  <a:pt x="2395929" y="0"/>
                  <a:pt x="2395929" y="0"/>
                </a:cubicBezTo>
                <a:lnTo>
                  <a:pt x="2446737" y="0"/>
                </a:lnTo>
                <a:lnTo>
                  <a:pt x="2456856" y="0"/>
                </a:lnTo>
                <a:lnTo>
                  <a:pt x="2596162" y="0"/>
                </a:lnTo>
                <a:lnTo>
                  <a:pt x="2628383" y="0"/>
                </a:lnTo>
                <a:lnTo>
                  <a:pt x="2678176" y="0"/>
                </a:lnTo>
                <a:lnTo>
                  <a:pt x="2713004" y="0"/>
                </a:lnTo>
                <a:lnTo>
                  <a:pt x="2716021" y="0"/>
                </a:lnTo>
                <a:lnTo>
                  <a:pt x="2719995" y="0"/>
                </a:lnTo>
                <a:lnTo>
                  <a:pt x="2720994" y="0"/>
                </a:lnTo>
                <a:lnTo>
                  <a:pt x="2738624" y="0"/>
                </a:lnTo>
                <a:cubicBezTo>
                  <a:pt x="2766661" y="0"/>
                  <a:pt x="2786742" y="0"/>
                  <a:pt x="2801125" y="0"/>
                </a:cubicBezTo>
                <a:lnTo>
                  <a:pt x="2806025" y="0"/>
                </a:lnTo>
                <a:lnTo>
                  <a:pt x="2829433" y="0"/>
                </a:lnTo>
                <a:lnTo>
                  <a:pt x="2832450" y="0"/>
                </a:lnTo>
                <a:lnTo>
                  <a:pt x="2836424" y="0"/>
                </a:lnTo>
                <a:cubicBezTo>
                  <a:pt x="2837422" y="0"/>
                  <a:pt x="2837422" y="0"/>
                  <a:pt x="2837422" y="0"/>
                </a:cubicBezTo>
                <a:lnTo>
                  <a:pt x="2922453" y="0"/>
                </a:lnTo>
                <a:lnTo>
                  <a:pt x="2974263" y="0"/>
                </a:lnTo>
                <a:lnTo>
                  <a:pt x="3090429" y="0"/>
                </a:lnTo>
                <a:lnTo>
                  <a:pt x="3090692" y="0"/>
                </a:lnTo>
                <a:lnTo>
                  <a:pt x="3205117" y="0"/>
                </a:lnTo>
                <a:lnTo>
                  <a:pt x="3206858" y="0"/>
                </a:lnTo>
                <a:lnTo>
                  <a:pt x="3220677" y="0"/>
                </a:lnTo>
                <a:lnTo>
                  <a:pt x="3220751" y="0"/>
                </a:lnTo>
                <a:lnTo>
                  <a:pt x="3227334" y="0"/>
                </a:lnTo>
                <a:lnTo>
                  <a:pt x="3321545" y="0"/>
                </a:lnTo>
                <a:lnTo>
                  <a:pt x="3337106" y="0"/>
                </a:lnTo>
                <a:lnTo>
                  <a:pt x="3337180" y="0"/>
                </a:lnTo>
                <a:cubicBezTo>
                  <a:pt x="3343763" y="0"/>
                  <a:pt x="3343763" y="0"/>
                  <a:pt x="3343763" y="0"/>
                </a:cubicBezTo>
                <a:lnTo>
                  <a:pt x="3351424" y="0"/>
                </a:lnTo>
                <a:lnTo>
                  <a:pt x="3467852" y="0"/>
                </a:lnTo>
                <a:lnTo>
                  <a:pt x="3522951" y="0"/>
                </a:lnTo>
                <a:lnTo>
                  <a:pt x="3633192" y="0"/>
                </a:lnTo>
                <a:lnTo>
                  <a:pt x="3639380" y="0"/>
                </a:lnTo>
                <a:lnTo>
                  <a:pt x="3695692" y="0"/>
                </a:lnTo>
                <a:lnTo>
                  <a:pt x="3724001" y="0"/>
                </a:lnTo>
                <a:lnTo>
                  <a:pt x="3727018" y="0"/>
                </a:lnTo>
                <a:lnTo>
                  <a:pt x="3730992" y="0"/>
                </a:lnTo>
                <a:lnTo>
                  <a:pt x="3731991" y="0"/>
                </a:lnTo>
                <a:lnTo>
                  <a:pt x="3749620" y="0"/>
                </a:lnTo>
                <a:cubicBezTo>
                  <a:pt x="3777658" y="0"/>
                  <a:pt x="3797739" y="0"/>
                  <a:pt x="3812121" y="0"/>
                </a:cubicBezTo>
                <a:lnTo>
                  <a:pt x="3817022" y="0"/>
                </a:lnTo>
                <a:lnTo>
                  <a:pt x="3840430" y="0"/>
                </a:lnTo>
                <a:lnTo>
                  <a:pt x="3843447" y="0"/>
                </a:lnTo>
                <a:lnTo>
                  <a:pt x="3847421" y="0"/>
                </a:lnTo>
                <a:cubicBezTo>
                  <a:pt x="3848419" y="0"/>
                  <a:pt x="3848419" y="0"/>
                  <a:pt x="3848419" y="0"/>
                </a:cubicBezTo>
                <a:lnTo>
                  <a:pt x="3933450" y="0"/>
                </a:lnTo>
                <a:lnTo>
                  <a:pt x="4012350" y="0"/>
                </a:lnTo>
                <a:lnTo>
                  <a:pt x="4135472" y="0"/>
                </a:lnTo>
                <a:lnTo>
                  <a:pt x="4168511" y="0"/>
                </a:lnTo>
                <a:lnTo>
                  <a:pt x="4177020" y="0"/>
                </a:lnTo>
                <a:lnTo>
                  <a:pt x="4185667" y="0"/>
                </a:lnTo>
                <a:lnTo>
                  <a:pt x="4231748" y="0"/>
                </a:lnTo>
                <a:lnTo>
                  <a:pt x="4238331" y="0"/>
                </a:lnTo>
                <a:lnTo>
                  <a:pt x="4299258" y="0"/>
                </a:lnTo>
                <a:lnTo>
                  <a:pt x="4302096" y="0"/>
                </a:lnTo>
                <a:cubicBezTo>
                  <a:pt x="4354760" y="0"/>
                  <a:pt x="4354760" y="0"/>
                  <a:pt x="4354760" y="0"/>
                </a:cubicBezTo>
                <a:lnTo>
                  <a:pt x="4470785" y="0"/>
                </a:lnTo>
                <a:cubicBezTo>
                  <a:pt x="4609411" y="0"/>
                  <a:pt x="4656107" y="0"/>
                  <a:pt x="4671835" y="0"/>
                </a:cubicBezTo>
                <a:lnTo>
                  <a:pt x="4674852" y="0"/>
                </a:lnTo>
                <a:lnTo>
                  <a:pt x="4678826" y="0"/>
                </a:lnTo>
                <a:cubicBezTo>
                  <a:pt x="4679824" y="0"/>
                  <a:pt x="4679824" y="0"/>
                  <a:pt x="4679824" y="0"/>
                </a:cubicBezTo>
                <a:lnTo>
                  <a:pt x="4764855" y="0"/>
                </a:lnTo>
                <a:cubicBezTo>
                  <a:pt x="5028174" y="0"/>
                  <a:pt x="5126918" y="0"/>
                  <a:pt x="5163947" y="0"/>
                </a:cubicBezTo>
                <a:lnTo>
                  <a:pt x="5179508" y="0"/>
                </a:lnTo>
                <a:lnTo>
                  <a:pt x="5179582" y="0"/>
                </a:lnTo>
                <a:cubicBezTo>
                  <a:pt x="5186165" y="0"/>
                  <a:pt x="5186165" y="0"/>
                  <a:pt x="5186165" y="0"/>
                </a:cubicBezTo>
                <a:lnTo>
                  <a:pt x="5310254" y="0"/>
                </a:lnTo>
                <a:cubicBezTo>
                  <a:pt x="5585838" y="0"/>
                  <a:pt x="5661860" y="0"/>
                  <a:pt x="5682832" y="0"/>
                </a:cubicBezTo>
                <a:lnTo>
                  <a:pt x="5685849" y="0"/>
                </a:lnTo>
                <a:lnTo>
                  <a:pt x="5689822" y="0"/>
                </a:lnTo>
                <a:cubicBezTo>
                  <a:pt x="5690821" y="0"/>
                  <a:pt x="5690821" y="0"/>
                  <a:pt x="5690821" y="0"/>
                </a:cubicBezTo>
                <a:lnTo>
                  <a:pt x="5775852" y="0"/>
                </a:lnTo>
                <a:cubicBezTo>
                  <a:pt x="6197162" y="0"/>
                  <a:pt x="6197162" y="0"/>
                  <a:pt x="6197162" y="0"/>
                </a:cubicBezTo>
                <a:cubicBezTo>
                  <a:pt x="6233684" y="0"/>
                  <a:pt x="6277511" y="25580"/>
                  <a:pt x="6295772" y="56641"/>
                </a:cubicBezTo>
                <a:cubicBezTo>
                  <a:pt x="6551428" y="499712"/>
                  <a:pt x="6551428" y="499712"/>
                  <a:pt x="6551428" y="499712"/>
                </a:cubicBezTo>
                <a:cubicBezTo>
                  <a:pt x="6569690" y="530772"/>
                  <a:pt x="6569690" y="581931"/>
                  <a:pt x="6551428" y="612992"/>
                </a:cubicBezTo>
                <a:cubicBezTo>
                  <a:pt x="6295772" y="1056063"/>
                  <a:pt x="6295772" y="1056063"/>
                  <a:pt x="6295772" y="1056063"/>
                </a:cubicBezTo>
                <a:cubicBezTo>
                  <a:pt x="6277511" y="1087124"/>
                  <a:pt x="6233684" y="1112703"/>
                  <a:pt x="6197162" y="1112703"/>
                </a:cubicBezTo>
                <a:close/>
              </a:path>
            </a:pathLst>
          </a:custGeom>
          <a:gradFill>
            <a:gsLst>
              <a:gs pos="0">
                <a:srgbClr val="DEDEDE"/>
              </a:gs>
              <a:gs pos="100000">
                <a:srgbClr val="FBFBFB"/>
              </a:gs>
            </a:gsLst>
            <a:lin ang="5400000" scaled="1"/>
          </a:gradFill>
          <a:ln w="31750" cap="flat">
            <a:gradFill>
              <a:gsLst>
                <a:gs pos="0">
                  <a:schemeClr val="bg1"/>
                </a:gs>
                <a:gs pos="100000">
                  <a:srgbClr val="DDDDDD"/>
                </a:gs>
              </a:gsLst>
              <a:lin ang="5400000" scaled="1"/>
            </a:gradFill>
            <a:prstDash val="solid"/>
            <a:miter lim="800000"/>
            <a:headEnd/>
            <a:tailEnd/>
          </a:ln>
          <a:effectLst>
            <a:outerShdw blurRad="228600" dist="101600" dir="5400000" algn="t" rotWithShape="0">
              <a:schemeClr val="tx1">
                <a:lumMod val="85000"/>
                <a:lumOff val="15000"/>
                <a:alpha val="33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2448506" y="3685547"/>
            <a:ext cx="4810025" cy="728548"/>
          </a:xfrm>
          <a:custGeom>
            <a:avLst/>
            <a:gdLst>
              <a:gd name="connsiteX0" fmla="*/ 6197162 w 6565124"/>
              <a:gd name="connsiteY0" fmla="*/ 1112703 h 1112703"/>
              <a:gd name="connsiteX1" fmla="*/ 5690821 w 6565124"/>
              <a:gd name="connsiteY1" fmla="*/ 1112703 h 1112703"/>
              <a:gd name="connsiteX2" fmla="*/ 5685849 w 6565124"/>
              <a:gd name="connsiteY2" fmla="*/ 1112703 h 1112703"/>
              <a:gd name="connsiteX3" fmla="*/ 5186165 w 6565124"/>
              <a:gd name="connsiteY3" fmla="*/ 1112703 h 1112703"/>
              <a:gd name="connsiteX4" fmla="*/ 5179508 w 6565124"/>
              <a:gd name="connsiteY4" fmla="*/ 1112703 h 1112703"/>
              <a:gd name="connsiteX5" fmla="*/ 4679824 w 6565124"/>
              <a:gd name="connsiteY5" fmla="*/ 1112703 h 1112703"/>
              <a:gd name="connsiteX6" fmla="*/ 4674852 w 6565124"/>
              <a:gd name="connsiteY6" fmla="*/ 1112703 h 1112703"/>
              <a:gd name="connsiteX7" fmla="*/ 4354760 w 6565124"/>
              <a:gd name="connsiteY7" fmla="*/ 1112703 h 1112703"/>
              <a:gd name="connsiteX8" fmla="*/ 4238331 w 6565124"/>
              <a:gd name="connsiteY8" fmla="*/ 1112703 h 1112703"/>
              <a:gd name="connsiteX9" fmla="*/ 4168511 w 6565124"/>
              <a:gd name="connsiteY9" fmla="*/ 1112703 h 1112703"/>
              <a:gd name="connsiteX10" fmla="*/ 3848419 w 6565124"/>
              <a:gd name="connsiteY10" fmla="*/ 1112703 h 1112703"/>
              <a:gd name="connsiteX11" fmla="*/ 3843447 w 6565124"/>
              <a:gd name="connsiteY11" fmla="*/ 1112703 h 1112703"/>
              <a:gd name="connsiteX12" fmla="*/ 3731991 w 6565124"/>
              <a:gd name="connsiteY12" fmla="*/ 1112703 h 1112703"/>
              <a:gd name="connsiteX13" fmla="*/ 3727018 w 6565124"/>
              <a:gd name="connsiteY13" fmla="*/ 1112703 h 1112703"/>
              <a:gd name="connsiteX14" fmla="*/ 3343763 w 6565124"/>
              <a:gd name="connsiteY14" fmla="*/ 1112703 h 1112703"/>
              <a:gd name="connsiteX15" fmla="*/ 3337106 w 6565124"/>
              <a:gd name="connsiteY15" fmla="*/ 1112703 h 1112703"/>
              <a:gd name="connsiteX16" fmla="*/ 3227334 w 6565124"/>
              <a:gd name="connsiteY16" fmla="*/ 1112703 h 1112703"/>
              <a:gd name="connsiteX17" fmla="*/ 3220677 w 6565124"/>
              <a:gd name="connsiteY17" fmla="*/ 1112703 h 1112703"/>
              <a:gd name="connsiteX18" fmla="*/ 2837422 w 6565124"/>
              <a:gd name="connsiteY18" fmla="*/ 1112703 h 1112703"/>
              <a:gd name="connsiteX19" fmla="*/ 2832450 w 6565124"/>
              <a:gd name="connsiteY19" fmla="*/ 1112703 h 1112703"/>
              <a:gd name="connsiteX20" fmla="*/ 2720994 w 6565124"/>
              <a:gd name="connsiteY20" fmla="*/ 1112703 h 1112703"/>
              <a:gd name="connsiteX21" fmla="*/ 2716021 w 6565124"/>
              <a:gd name="connsiteY21" fmla="*/ 1112703 h 1112703"/>
              <a:gd name="connsiteX22" fmla="*/ 2395929 w 6565124"/>
              <a:gd name="connsiteY22" fmla="*/ 1112703 h 1112703"/>
              <a:gd name="connsiteX23" fmla="*/ 2326109 w 6565124"/>
              <a:gd name="connsiteY23" fmla="*/ 1112703 h 1112703"/>
              <a:gd name="connsiteX24" fmla="*/ 2209681 w 6565124"/>
              <a:gd name="connsiteY24" fmla="*/ 1112703 h 1112703"/>
              <a:gd name="connsiteX25" fmla="*/ 1889589 w 6565124"/>
              <a:gd name="connsiteY25" fmla="*/ 1112703 h 1112703"/>
              <a:gd name="connsiteX26" fmla="*/ 1884616 w 6565124"/>
              <a:gd name="connsiteY26" fmla="*/ 1112703 h 1112703"/>
              <a:gd name="connsiteX27" fmla="*/ 1384932 w 6565124"/>
              <a:gd name="connsiteY27" fmla="*/ 1112703 h 1112703"/>
              <a:gd name="connsiteX28" fmla="*/ 1378275 w 6565124"/>
              <a:gd name="connsiteY28" fmla="*/ 1112703 h 1112703"/>
              <a:gd name="connsiteX29" fmla="*/ 878592 w 6565124"/>
              <a:gd name="connsiteY29" fmla="*/ 1112703 h 1112703"/>
              <a:gd name="connsiteX30" fmla="*/ 873619 w 6565124"/>
              <a:gd name="connsiteY30" fmla="*/ 1112703 h 1112703"/>
              <a:gd name="connsiteX31" fmla="*/ 367278 w 6565124"/>
              <a:gd name="connsiteY31" fmla="*/ 1112703 h 1112703"/>
              <a:gd name="connsiteX32" fmla="*/ 268668 w 6565124"/>
              <a:gd name="connsiteY32" fmla="*/ 1056063 h 1112703"/>
              <a:gd name="connsiteX33" fmla="*/ 13011 w 6565124"/>
              <a:gd name="connsiteY33" fmla="*/ 612992 h 1112703"/>
              <a:gd name="connsiteX34" fmla="*/ 13011 w 6565124"/>
              <a:gd name="connsiteY34" fmla="*/ 499712 h 1112703"/>
              <a:gd name="connsiteX35" fmla="*/ 268668 w 6565124"/>
              <a:gd name="connsiteY35" fmla="*/ 56641 h 1112703"/>
              <a:gd name="connsiteX36" fmla="*/ 367278 w 6565124"/>
              <a:gd name="connsiteY36" fmla="*/ 0 h 1112703"/>
              <a:gd name="connsiteX37" fmla="*/ 870602 w 6565124"/>
              <a:gd name="connsiteY37" fmla="*/ 0 h 1112703"/>
              <a:gd name="connsiteX38" fmla="*/ 873619 w 6565124"/>
              <a:gd name="connsiteY38" fmla="*/ 0 h 1112703"/>
              <a:gd name="connsiteX39" fmla="*/ 877593 w 6565124"/>
              <a:gd name="connsiteY39" fmla="*/ 0 h 1112703"/>
              <a:gd name="connsiteX40" fmla="*/ 878592 w 6565124"/>
              <a:gd name="connsiteY40" fmla="*/ 0 h 1112703"/>
              <a:gd name="connsiteX41" fmla="*/ 963623 w 6565124"/>
              <a:gd name="connsiteY41" fmla="*/ 0 h 1112703"/>
              <a:gd name="connsiteX42" fmla="*/ 1362715 w 6565124"/>
              <a:gd name="connsiteY42" fmla="*/ 0 h 1112703"/>
              <a:gd name="connsiteX43" fmla="*/ 1378275 w 6565124"/>
              <a:gd name="connsiteY43" fmla="*/ 0 h 1112703"/>
              <a:gd name="connsiteX44" fmla="*/ 1378349 w 6565124"/>
              <a:gd name="connsiteY44" fmla="*/ 0 h 1112703"/>
              <a:gd name="connsiteX45" fmla="*/ 1384932 w 6565124"/>
              <a:gd name="connsiteY45" fmla="*/ 0 h 1112703"/>
              <a:gd name="connsiteX46" fmla="*/ 1509022 w 6565124"/>
              <a:gd name="connsiteY46" fmla="*/ 0 h 1112703"/>
              <a:gd name="connsiteX47" fmla="*/ 1881599 w 6565124"/>
              <a:gd name="connsiteY47" fmla="*/ 0 h 1112703"/>
              <a:gd name="connsiteX48" fmla="*/ 1884616 w 6565124"/>
              <a:gd name="connsiteY48" fmla="*/ 0 h 1112703"/>
              <a:gd name="connsiteX49" fmla="*/ 1888590 w 6565124"/>
              <a:gd name="connsiteY49" fmla="*/ 0 h 1112703"/>
              <a:gd name="connsiteX50" fmla="*/ 1889589 w 6565124"/>
              <a:gd name="connsiteY50" fmla="*/ 0 h 1112703"/>
              <a:gd name="connsiteX51" fmla="*/ 1974620 w 6565124"/>
              <a:gd name="connsiteY51" fmla="*/ 0 h 1112703"/>
              <a:gd name="connsiteX52" fmla="*/ 2169948 w 6565124"/>
              <a:gd name="connsiteY52" fmla="*/ 0 h 1112703"/>
              <a:gd name="connsiteX53" fmla="*/ 2209681 w 6565124"/>
              <a:gd name="connsiteY53" fmla="*/ 0 h 1112703"/>
              <a:gd name="connsiteX54" fmla="*/ 2293070 w 6565124"/>
              <a:gd name="connsiteY54" fmla="*/ 0 h 1112703"/>
              <a:gd name="connsiteX55" fmla="*/ 2326109 w 6565124"/>
              <a:gd name="connsiteY55" fmla="*/ 0 h 1112703"/>
              <a:gd name="connsiteX56" fmla="*/ 2343265 w 6565124"/>
              <a:gd name="connsiteY56" fmla="*/ 0 h 1112703"/>
              <a:gd name="connsiteX57" fmla="*/ 2395929 w 6565124"/>
              <a:gd name="connsiteY57" fmla="*/ 0 h 1112703"/>
              <a:gd name="connsiteX58" fmla="*/ 2446737 w 6565124"/>
              <a:gd name="connsiteY58" fmla="*/ 0 h 1112703"/>
              <a:gd name="connsiteX59" fmla="*/ 2456856 w 6565124"/>
              <a:gd name="connsiteY59" fmla="*/ 0 h 1112703"/>
              <a:gd name="connsiteX60" fmla="*/ 2596162 w 6565124"/>
              <a:gd name="connsiteY60" fmla="*/ 0 h 1112703"/>
              <a:gd name="connsiteX61" fmla="*/ 2628383 w 6565124"/>
              <a:gd name="connsiteY61" fmla="*/ 0 h 1112703"/>
              <a:gd name="connsiteX62" fmla="*/ 2678176 w 6565124"/>
              <a:gd name="connsiteY62" fmla="*/ 0 h 1112703"/>
              <a:gd name="connsiteX63" fmla="*/ 2713004 w 6565124"/>
              <a:gd name="connsiteY63" fmla="*/ 0 h 1112703"/>
              <a:gd name="connsiteX64" fmla="*/ 2716021 w 6565124"/>
              <a:gd name="connsiteY64" fmla="*/ 0 h 1112703"/>
              <a:gd name="connsiteX65" fmla="*/ 2719995 w 6565124"/>
              <a:gd name="connsiteY65" fmla="*/ 0 h 1112703"/>
              <a:gd name="connsiteX66" fmla="*/ 2720994 w 6565124"/>
              <a:gd name="connsiteY66" fmla="*/ 0 h 1112703"/>
              <a:gd name="connsiteX67" fmla="*/ 2738624 w 6565124"/>
              <a:gd name="connsiteY67" fmla="*/ 0 h 1112703"/>
              <a:gd name="connsiteX68" fmla="*/ 2801125 w 6565124"/>
              <a:gd name="connsiteY68" fmla="*/ 0 h 1112703"/>
              <a:gd name="connsiteX69" fmla="*/ 2806025 w 6565124"/>
              <a:gd name="connsiteY69" fmla="*/ 0 h 1112703"/>
              <a:gd name="connsiteX70" fmla="*/ 2829433 w 6565124"/>
              <a:gd name="connsiteY70" fmla="*/ 0 h 1112703"/>
              <a:gd name="connsiteX71" fmla="*/ 2832450 w 6565124"/>
              <a:gd name="connsiteY71" fmla="*/ 0 h 1112703"/>
              <a:gd name="connsiteX72" fmla="*/ 2836424 w 6565124"/>
              <a:gd name="connsiteY72" fmla="*/ 0 h 1112703"/>
              <a:gd name="connsiteX73" fmla="*/ 2837422 w 6565124"/>
              <a:gd name="connsiteY73" fmla="*/ 0 h 1112703"/>
              <a:gd name="connsiteX74" fmla="*/ 2922453 w 6565124"/>
              <a:gd name="connsiteY74" fmla="*/ 0 h 1112703"/>
              <a:gd name="connsiteX75" fmla="*/ 2974263 w 6565124"/>
              <a:gd name="connsiteY75" fmla="*/ 0 h 1112703"/>
              <a:gd name="connsiteX76" fmla="*/ 3090429 w 6565124"/>
              <a:gd name="connsiteY76" fmla="*/ 0 h 1112703"/>
              <a:gd name="connsiteX77" fmla="*/ 3090692 w 6565124"/>
              <a:gd name="connsiteY77" fmla="*/ 0 h 1112703"/>
              <a:gd name="connsiteX78" fmla="*/ 3205117 w 6565124"/>
              <a:gd name="connsiteY78" fmla="*/ 0 h 1112703"/>
              <a:gd name="connsiteX79" fmla="*/ 3206858 w 6565124"/>
              <a:gd name="connsiteY79" fmla="*/ 0 h 1112703"/>
              <a:gd name="connsiteX80" fmla="*/ 3220677 w 6565124"/>
              <a:gd name="connsiteY80" fmla="*/ 0 h 1112703"/>
              <a:gd name="connsiteX81" fmla="*/ 3220751 w 6565124"/>
              <a:gd name="connsiteY81" fmla="*/ 0 h 1112703"/>
              <a:gd name="connsiteX82" fmla="*/ 3227334 w 6565124"/>
              <a:gd name="connsiteY82" fmla="*/ 0 h 1112703"/>
              <a:gd name="connsiteX83" fmla="*/ 3321545 w 6565124"/>
              <a:gd name="connsiteY83" fmla="*/ 0 h 1112703"/>
              <a:gd name="connsiteX84" fmla="*/ 3337106 w 6565124"/>
              <a:gd name="connsiteY84" fmla="*/ 0 h 1112703"/>
              <a:gd name="connsiteX85" fmla="*/ 3337180 w 6565124"/>
              <a:gd name="connsiteY85" fmla="*/ 0 h 1112703"/>
              <a:gd name="connsiteX86" fmla="*/ 3343763 w 6565124"/>
              <a:gd name="connsiteY86" fmla="*/ 0 h 1112703"/>
              <a:gd name="connsiteX87" fmla="*/ 3351424 w 6565124"/>
              <a:gd name="connsiteY87" fmla="*/ 0 h 1112703"/>
              <a:gd name="connsiteX88" fmla="*/ 3467852 w 6565124"/>
              <a:gd name="connsiteY88" fmla="*/ 0 h 1112703"/>
              <a:gd name="connsiteX89" fmla="*/ 3522951 w 6565124"/>
              <a:gd name="connsiteY89" fmla="*/ 0 h 1112703"/>
              <a:gd name="connsiteX90" fmla="*/ 3633192 w 6565124"/>
              <a:gd name="connsiteY90" fmla="*/ 0 h 1112703"/>
              <a:gd name="connsiteX91" fmla="*/ 3639380 w 6565124"/>
              <a:gd name="connsiteY91" fmla="*/ 0 h 1112703"/>
              <a:gd name="connsiteX92" fmla="*/ 3695692 w 6565124"/>
              <a:gd name="connsiteY92" fmla="*/ 0 h 1112703"/>
              <a:gd name="connsiteX93" fmla="*/ 3724001 w 6565124"/>
              <a:gd name="connsiteY93" fmla="*/ 0 h 1112703"/>
              <a:gd name="connsiteX94" fmla="*/ 3727018 w 6565124"/>
              <a:gd name="connsiteY94" fmla="*/ 0 h 1112703"/>
              <a:gd name="connsiteX95" fmla="*/ 3730992 w 6565124"/>
              <a:gd name="connsiteY95" fmla="*/ 0 h 1112703"/>
              <a:gd name="connsiteX96" fmla="*/ 3731991 w 6565124"/>
              <a:gd name="connsiteY96" fmla="*/ 0 h 1112703"/>
              <a:gd name="connsiteX97" fmla="*/ 3749620 w 6565124"/>
              <a:gd name="connsiteY97" fmla="*/ 0 h 1112703"/>
              <a:gd name="connsiteX98" fmla="*/ 3812121 w 6565124"/>
              <a:gd name="connsiteY98" fmla="*/ 0 h 1112703"/>
              <a:gd name="connsiteX99" fmla="*/ 3817022 w 6565124"/>
              <a:gd name="connsiteY99" fmla="*/ 0 h 1112703"/>
              <a:gd name="connsiteX100" fmla="*/ 3840430 w 6565124"/>
              <a:gd name="connsiteY100" fmla="*/ 0 h 1112703"/>
              <a:gd name="connsiteX101" fmla="*/ 3843447 w 6565124"/>
              <a:gd name="connsiteY101" fmla="*/ 0 h 1112703"/>
              <a:gd name="connsiteX102" fmla="*/ 3847421 w 6565124"/>
              <a:gd name="connsiteY102" fmla="*/ 0 h 1112703"/>
              <a:gd name="connsiteX103" fmla="*/ 3848419 w 6565124"/>
              <a:gd name="connsiteY103" fmla="*/ 0 h 1112703"/>
              <a:gd name="connsiteX104" fmla="*/ 3933450 w 6565124"/>
              <a:gd name="connsiteY104" fmla="*/ 0 h 1112703"/>
              <a:gd name="connsiteX105" fmla="*/ 4012350 w 6565124"/>
              <a:gd name="connsiteY105" fmla="*/ 0 h 1112703"/>
              <a:gd name="connsiteX106" fmla="*/ 4135472 w 6565124"/>
              <a:gd name="connsiteY106" fmla="*/ 0 h 1112703"/>
              <a:gd name="connsiteX107" fmla="*/ 4168511 w 6565124"/>
              <a:gd name="connsiteY107" fmla="*/ 0 h 1112703"/>
              <a:gd name="connsiteX108" fmla="*/ 4177020 w 6565124"/>
              <a:gd name="connsiteY108" fmla="*/ 0 h 1112703"/>
              <a:gd name="connsiteX109" fmla="*/ 4185667 w 6565124"/>
              <a:gd name="connsiteY109" fmla="*/ 0 h 1112703"/>
              <a:gd name="connsiteX110" fmla="*/ 4231748 w 6565124"/>
              <a:gd name="connsiteY110" fmla="*/ 0 h 1112703"/>
              <a:gd name="connsiteX111" fmla="*/ 4238331 w 6565124"/>
              <a:gd name="connsiteY111" fmla="*/ 0 h 1112703"/>
              <a:gd name="connsiteX112" fmla="*/ 4299258 w 6565124"/>
              <a:gd name="connsiteY112" fmla="*/ 0 h 1112703"/>
              <a:gd name="connsiteX113" fmla="*/ 4302096 w 6565124"/>
              <a:gd name="connsiteY113" fmla="*/ 0 h 1112703"/>
              <a:gd name="connsiteX114" fmla="*/ 4354760 w 6565124"/>
              <a:gd name="connsiteY114" fmla="*/ 0 h 1112703"/>
              <a:gd name="connsiteX115" fmla="*/ 4470785 w 6565124"/>
              <a:gd name="connsiteY115" fmla="*/ 0 h 1112703"/>
              <a:gd name="connsiteX116" fmla="*/ 4671835 w 6565124"/>
              <a:gd name="connsiteY116" fmla="*/ 0 h 1112703"/>
              <a:gd name="connsiteX117" fmla="*/ 4674852 w 6565124"/>
              <a:gd name="connsiteY117" fmla="*/ 0 h 1112703"/>
              <a:gd name="connsiteX118" fmla="*/ 4678826 w 6565124"/>
              <a:gd name="connsiteY118" fmla="*/ 0 h 1112703"/>
              <a:gd name="connsiteX119" fmla="*/ 4679824 w 6565124"/>
              <a:gd name="connsiteY119" fmla="*/ 0 h 1112703"/>
              <a:gd name="connsiteX120" fmla="*/ 4764855 w 6565124"/>
              <a:gd name="connsiteY120" fmla="*/ 0 h 1112703"/>
              <a:gd name="connsiteX121" fmla="*/ 5163947 w 6565124"/>
              <a:gd name="connsiteY121" fmla="*/ 0 h 1112703"/>
              <a:gd name="connsiteX122" fmla="*/ 5179508 w 6565124"/>
              <a:gd name="connsiteY122" fmla="*/ 0 h 1112703"/>
              <a:gd name="connsiteX123" fmla="*/ 5179582 w 6565124"/>
              <a:gd name="connsiteY123" fmla="*/ 0 h 1112703"/>
              <a:gd name="connsiteX124" fmla="*/ 5186165 w 6565124"/>
              <a:gd name="connsiteY124" fmla="*/ 0 h 1112703"/>
              <a:gd name="connsiteX125" fmla="*/ 5310254 w 6565124"/>
              <a:gd name="connsiteY125" fmla="*/ 0 h 1112703"/>
              <a:gd name="connsiteX126" fmla="*/ 5682832 w 6565124"/>
              <a:gd name="connsiteY126" fmla="*/ 0 h 1112703"/>
              <a:gd name="connsiteX127" fmla="*/ 5685849 w 6565124"/>
              <a:gd name="connsiteY127" fmla="*/ 0 h 1112703"/>
              <a:gd name="connsiteX128" fmla="*/ 5689822 w 6565124"/>
              <a:gd name="connsiteY128" fmla="*/ 0 h 1112703"/>
              <a:gd name="connsiteX129" fmla="*/ 5690821 w 6565124"/>
              <a:gd name="connsiteY129" fmla="*/ 0 h 1112703"/>
              <a:gd name="connsiteX130" fmla="*/ 5775852 w 6565124"/>
              <a:gd name="connsiteY130" fmla="*/ 0 h 1112703"/>
              <a:gd name="connsiteX131" fmla="*/ 6197162 w 6565124"/>
              <a:gd name="connsiteY131" fmla="*/ 0 h 1112703"/>
              <a:gd name="connsiteX132" fmla="*/ 6295772 w 6565124"/>
              <a:gd name="connsiteY132" fmla="*/ 56641 h 1112703"/>
              <a:gd name="connsiteX133" fmla="*/ 6551428 w 6565124"/>
              <a:gd name="connsiteY133" fmla="*/ 499712 h 1112703"/>
              <a:gd name="connsiteX134" fmla="*/ 6551428 w 6565124"/>
              <a:gd name="connsiteY134" fmla="*/ 612992 h 1112703"/>
              <a:gd name="connsiteX135" fmla="*/ 6295772 w 6565124"/>
              <a:gd name="connsiteY135" fmla="*/ 1056063 h 1112703"/>
              <a:gd name="connsiteX136" fmla="*/ 6197162 w 6565124"/>
              <a:gd name="connsiteY136" fmla="*/ 1112703 h 111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6565124" h="1112703">
                <a:moveTo>
                  <a:pt x="6197162" y="1112703"/>
                </a:moveTo>
                <a:lnTo>
                  <a:pt x="5690821" y="1112703"/>
                </a:lnTo>
                <a:lnTo>
                  <a:pt x="5685849" y="1112703"/>
                </a:lnTo>
                <a:lnTo>
                  <a:pt x="5186165" y="1112703"/>
                </a:lnTo>
                <a:lnTo>
                  <a:pt x="5179508" y="1112703"/>
                </a:lnTo>
                <a:lnTo>
                  <a:pt x="4679824" y="1112703"/>
                </a:lnTo>
                <a:lnTo>
                  <a:pt x="4674852" y="1112703"/>
                </a:lnTo>
                <a:lnTo>
                  <a:pt x="4354760" y="1112703"/>
                </a:lnTo>
                <a:lnTo>
                  <a:pt x="4238331" y="1112703"/>
                </a:lnTo>
                <a:lnTo>
                  <a:pt x="4168511" y="1112703"/>
                </a:lnTo>
                <a:lnTo>
                  <a:pt x="3848419" y="1112703"/>
                </a:lnTo>
                <a:lnTo>
                  <a:pt x="3843447" y="1112703"/>
                </a:lnTo>
                <a:lnTo>
                  <a:pt x="3731991" y="1112703"/>
                </a:lnTo>
                <a:lnTo>
                  <a:pt x="3727018" y="1112703"/>
                </a:lnTo>
                <a:lnTo>
                  <a:pt x="3343763" y="1112703"/>
                </a:lnTo>
                <a:lnTo>
                  <a:pt x="3337106" y="1112703"/>
                </a:lnTo>
                <a:lnTo>
                  <a:pt x="3227334" y="1112703"/>
                </a:lnTo>
                <a:lnTo>
                  <a:pt x="3220677" y="1112703"/>
                </a:lnTo>
                <a:lnTo>
                  <a:pt x="2837422" y="1112703"/>
                </a:lnTo>
                <a:lnTo>
                  <a:pt x="2832450" y="1112703"/>
                </a:lnTo>
                <a:lnTo>
                  <a:pt x="2720994" y="1112703"/>
                </a:lnTo>
                <a:lnTo>
                  <a:pt x="2716021" y="1112703"/>
                </a:lnTo>
                <a:lnTo>
                  <a:pt x="2395929" y="1112703"/>
                </a:lnTo>
                <a:lnTo>
                  <a:pt x="2326109" y="1112703"/>
                </a:lnTo>
                <a:lnTo>
                  <a:pt x="2209681" y="1112703"/>
                </a:lnTo>
                <a:lnTo>
                  <a:pt x="1889589" y="1112703"/>
                </a:lnTo>
                <a:lnTo>
                  <a:pt x="1884616" y="1112703"/>
                </a:lnTo>
                <a:lnTo>
                  <a:pt x="1384932" y="1112703"/>
                </a:lnTo>
                <a:lnTo>
                  <a:pt x="1378275" y="1112703"/>
                </a:lnTo>
                <a:lnTo>
                  <a:pt x="878592" y="1112703"/>
                </a:lnTo>
                <a:lnTo>
                  <a:pt x="873619" y="1112703"/>
                </a:lnTo>
                <a:lnTo>
                  <a:pt x="367278" y="1112703"/>
                </a:lnTo>
                <a:cubicBezTo>
                  <a:pt x="331669" y="1112703"/>
                  <a:pt x="286929" y="1087124"/>
                  <a:pt x="268668" y="1056063"/>
                </a:cubicBezTo>
                <a:cubicBezTo>
                  <a:pt x="13011" y="612992"/>
                  <a:pt x="13011" y="612992"/>
                  <a:pt x="13011" y="612992"/>
                </a:cubicBezTo>
                <a:cubicBezTo>
                  <a:pt x="-4337" y="581931"/>
                  <a:pt x="-4337" y="530773"/>
                  <a:pt x="13011" y="499712"/>
                </a:cubicBezTo>
                <a:cubicBezTo>
                  <a:pt x="268668" y="56641"/>
                  <a:pt x="268668" y="56641"/>
                  <a:pt x="268668" y="56641"/>
                </a:cubicBezTo>
                <a:cubicBezTo>
                  <a:pt x="286929" y="25580"/>
                  <a:pt x="331669" y="0"/>
                  <a:pt x="367278" y="0"/>
                </a:cubicBezTo>
                <a:cubicBezTo>
                  <a:pt x="750764" y="0"/>
                  <a:pt x="846635" y="0"/>
                  <a:pt x="870602" y="0"/>
                </a:cubicBezTo>
                <a:lnTo>
                  <a:pt x="873619" y="0"/>
                </a:lnTo>
                <a:lnTo>
                  <a:pt x="877593" y="0"/>
                </a:lnTo>
                <a:cubicBezTo>
                  <a:pt x="878592" y="0"/>
                  <a:pt x="878592" y="0"/>
                  <a:pt x="878592" y="0"/>
                </a:cubicBezTo>
                <a:lnTo>
                  <a:pt x="963623" y="0"/>
                </a:lnTo>
                <a:cubicBezTo>
                  <a:pt x="1226941" y="0"/>
                  <a:pt x="1325686" y="0"/>
                  <a:pt x="1362715" y="0"/>
                </a:cubicBezTo>
                <a:lnTo>
                  <a:pt x="1378275" y="0"/>
                </a:lnTo>
                <a:lnTo>
                  <a:pt x="1378349" y="0"/>
                </a:lnTo>
                <a:cubicBezTo>
                  <a:pt x="1384932" y="0"/>
                  <a:pt x="1384932" y="0"/>
                  <a:pt x="1384932" y="0"/>
                </a:cubicBezTo>
                <a:lnTo>
                  <a:pt x="1509022" y="0"/>
                </a:lnTo>
                <a:cubicBezTo>
                  <a:pt x="1784605" y="0"/>
                  <a:pt x="1860628" y="0"/>
                  <a:pt x="1881599" y="0"/>
                </a:cubicBezTo>
                <a:lnTo>
                  <a:pt x="1884616" y="0"/>
                </a:lnTo>
                <a:lnTo>
                  <a:pt x="1888590" y="0"/>
                </a:lnTo>
                <a:cubicBezTo>
                  <a:pt x="1889589" y="0"/>
                  <a:pt x="1889589" y="0"/>
                  <a:pt x="1889589" y="0"/>
                </a:cubicBezTo>
                <a:lnTo>
                  <a:pt x="1974620" y="0"/>
                </a:lnTo>
                <a:cubicBezTo>
                  <a:pt x="2053615" y="0"/>
                  <a:pt x="2117799" y="0"/>
                  <a:pt x="2169948" y="0"/>
                </a:cubicBezTo>
                <a:lnTo>
                  <a:pt x="2209681" y="0"/>
                </a:lnTo>
                <a:lnTo>
                  <a:pt x="2293070" y="0"/>
                </a:lnTo>
                <a:lnTo>
                  <a:pt x="2326109" y="0"/>
                </a:lnTo>
                <a:lnTo>
                  <a:pt x="2343265" y="0"/>
                </a:lnTo>
                <a:cubicBezTo>
                  <a:pt x="2395929" y="0"/>
                  <a:pt x="2395929" y="0"/>
                  <a:pt x="2395929" y="0"/>
                </a:cubicBezTo>
                <a:lnTo>
                  <a:pt x="2446737" y="0"/>
                </a:lnTo>
                <a:lnTo>
                  <a:pt x="2456856" y="0"/>
                </a:lnTo>
                <a:lnTo>
                  <a:pt x="2596162" y="0"/>
                </a:lnTo>
                <a:lnTo>
                  <a:pt x="2628383" y="0"/>
                </a:lnTo>
                <a:lnTo>
                  <a:pt x="2678176" y="0"/>
                </a:lnTo>
                <a:lnTo>
                  <a:pt x="2713004" y="0"/>
                </a:lnTo>
                <a:lnTo>
                  <a:pt x="2716021" y="0"/>
                </a:lnTo>
                <a:lnTo>
                  <a:pt x="2719995" y="0"/>
                </a:lnTo>
                <a:lnTo>
                  <a:pt x="2720994" y="0"/>
                </a:lnTo>
                <a:lnTo>
                  <a:pt x="2738624" y="0"/>
                </a:lnTo>
                <a:cubicBezTo>
                  <a:pt x="2766661" y="0"/>
                  <a:pt x="2786742" y="0"/>
                  <a:pt x="2801125" y="0"/>
                </a:cubicBezTo>
                <a:lnTo>
                  <a:pt x="2806025" y="0"/>
                </a:lnTo>
                <a:lnTo>
                  <a:pt x="2829433" y="0"/>
                </a:lnTo>
                <a:lnTo>
                  <a:pt x="2832450" y="0"/>
                </a:lnTo>
                <a:lnTo>
                  <a:pt x="2836424" y="0"/>
                </a:lnTo>
                <a:cubicBezTo>
                  <a:pt x="2837422" y="0"/>
                  <a:pt x="2837422" y="0"/>
                  <a:pt x="2837422" y="0"/>
                </a:cubicBezTo>
                <a:lnTo>
                  <a:pt x="2922453" y="0"/>
                </a:lnTo>
                <a:lnTo>
                  <a:pt x="2974263" y="0"/>
                </a:lnTo>
                <a:lnTo>
                  <a:pt x="3090429" y="0"/>
                </a:lnTo>
                <a:lnTo>
                  <a:pt x="3090692" y="0"/>
                </a:lnTo>
                <a:lnTo>
                  <a:pt x="3205117" y="0"/>
                </a:lnTo>
                <a:lnTo>
                  <a:pt x="3206858" y="0"/>
                </a:lnTo>
                <a:lnTo>
                  <a:pt x="3220677" y="0"/>
                </a:lnTo>
                <a:lnTo>
                  <a:pt x="3220751" y="0"/>
                </a:lnTo>
                <a:lnTo>
                  <a:pt x="3227334" y="0"/>
                </a:lnTo>
                <a:lnTo>
                  <a:pt x="3321545" y="0"/>
                </a:lnTo>
                <a:lnTo>
                  <a:pt x="3337106" y="0"/>
                </a:lnTo>
                <a:lnTo>
                  <a:pt x="3337180" y="0"/>
                </a:lnTo>
                <a:cubicBezTo>
                  <a:pt x="3343763" y="0"/>
                  <a:pt x="3343763" y="0"/>
                  <a:pt x="3343763" y="0"/>
                </a:cubicBezTo>
                <a:lnTo>
                  <a:pt x="3351424" y="0"/>
                </a:lnTo>
                <a:lnTo>
                  <a:pt x="3467852" y="0"/>
                </a:lnTo>
                <a:lnTo>
                  <a:pt x="3522951" y="0"/>
                </a:lnTo>
                <a:lnTo>
                  <a:pt x="3633192" y="0"/>
                </a:lnTo>
                <a:lnTo>
                  <a:pt x="3639380" y="0"/>
                </a:lnTo>
                <a:lnTo>
                  <a:pt x="3695692" y="0"/>
                </a:lnTo>
                <a:lnTo>
                  <a:pt x="3724001" y="0"/>
                </a:lnTo>
                <a:lnTo>
                  <a:pt x="3727018" y="0"/>
                </a:lnTo>
                <a:lnTo>
                  <a:pt x="3730992" y="0"/>
                </a:lnTo>
                <a:lnTo>
                  <a:pt x="3731991" y="0"/>
                </a:lnTo>
                <a:lnTo>
                  <a:pt x="3749620" y="0"/>
                </a:lnTo>
                <a:cubicBezTo>
                  <a:pt x="3777658" y="0"/>
                  <a:pt x="3797739" y="0"/>
                  <a:pt x="3812121" y="0"/>
                </a:cubicBezTo>
                <a:lnTo>
                  <a:pt x="3817022" y="0"/>
                </a:lnTo>
                <a:lnTo>
                  <a:pt x="3840430" y="0"/>
                </a:lnTo>
                <a:lnTo>
                  <a:pt x="3843447" y="0"/>
                </a:lnTo>
                <a:lnTo>
                  <a:pt x="3847421" y="0"/>
                </a:lnTo>
                <a:cubicBezTo>
                  <a:pt x="3848419" y="0"/>
                  <a:pt x="3848419" y="0"/>
                  <a:pt x="3848419" y="0"/>
                </a:cubicBezTo>
                <a:lnTo>
                  <a:pt x="3933450" y="0"/>
                </a:lnTo>
                <a:lnTo>
                  <a:pt x="4012350" y="0"/>
                </a:lnTo>
                <a:lnTo>
                  <a:pt x="4135472" y="0"/>
                </a:lnTo>
                <a:lnTo>
                  <a:pt x="4168511" y="0"/>
                </a:lnTo>
                <a:lnTo>
                  <a:pt x="4177020" y="0"/>
                </a:lnTo>
                <a:lnTo>
                  <a:pt x="4185667" y="0"/>
                </a:lnTo>
                <a:lnTo>
                  <a:pt x="4231748" y="0"/>
                </a:lnTo>
                <a:lnTo>
                  <a:pt x="4238331" y="0"/>
                </a:lnTo>
                <a:lnTo>
                  <a:pt x="4299258" y="0"/>
                </a:lnTo>
                <a:lnTo>
                  <a:pt x="4302096" y="0"/>
                </a:lnTo>
                <a:cubicBezTo>
                  <a:pt x="4354760" y="0"/>
                  <a:pt x="4354760" y="0"/>
                  <a:pt x="4354760" y="0"/>
                </a:cubicBezTo>
                <a:lnTo>
                  <a:pt x="4470785" y="0"/>
                </a:lnTo>
                <a:cubicBezTo>
                  <a:pt x="4609411" y="0"/>
                  <a:pt x="4656107" y="0"/>
                  <a:pt x="4671835" y="0"/>
                </a:cubicBezTo>
                <a:lnTo>
                  <a:pt x="4674852" y="0"/>
                </a:lnTo>
                <a:lnTo>
                  <a:pt x="4678826" y="0"/>
                </a:lnTo>
                <a:cubicBezTo>
                  <a:pt x="4679824" y="0"/>
                  <a:pt x="4679824" y="0"/>
                  <a:pt x="4679824" y="0"/>
                </a:cubicBezTo>
                <a:lnTo>
                  <a:pt x="4764855" y="0"/>
                </a:lnTo>
                <a:cubicBezTo>
                  <a:pt x="5028174" y="0"/>
                  <a:pt x="5126918" y="0"/>
                  <a:pt x="5163947" y="0"/>
                </a:cubicBezTo>
                <a:lnTo>
                  <a:pt x="5179508" y="0"/>
                </a:lnTo>
                <a:lnTo>
                  <a:pt x="5179582" y="0"/>
                </a:lnTo>
                <a:cubicBezTo>
                  <a:pt x="5186165" y="0"/>
                  <a:pt x="5186165" y="0"/>
                  <a:pt x="5186165" y="0"/>
                </a:cubicBezTo>
                <a:lnTo>
                  <a:pt x="5310254" y="0"/>
                </a:lnTo>
                <a:cubicBezTo>
                  <a:pt x="5585838" y="0"/>
                  <a:pt x="5661860" y="0"/>
                  <a:pt x="5682832" y="0"/>
                </a:cubicBezTo>
                <a:lnTo>
                  <a:pt x="5685849" y="0"/>
                </a:lnTo>
                <a:lnTo>
                  <a:pt x="5689822" y="0"/>
                </a:lnTo>
                <a:cubicBezTo>
                  <a:pt x="5690821" y="0"/>
                  <a:pt x="5690821" y="0"/>
                  <a:pt x="5690821" y="0"/>
                </a:cubicBezTo>
                <a:lnTo>
                  <a:pt x="5775852" y="0"/>
                </a:lnTo>
                <a:cubicBezTo>
                  <a:pt x="6197162" y="0"/>
                  <a:pt x="6197162" y="0"/>
                  <a:pt x="6197162" y="0"/>
                </a:cubicBezTo>
                <a:cubicBezTo>
                  <a:pt x="6233684" y="0"/>
                  <a:pt x="6277511" y="25580"/>
                  <a:pt x="6295772" y="56641"/>
                </a:cubicBezTo>
                <a:cubicBezTo>
                  <a:pt x="6551428" y="499712"/>
                  <a:pt x="6551428" y="499712"/>
                  <a:pt x="6551428" y="499712"/>
                </a:cubicBezTo>
                <a:cubicBezTo>
                  <a:pt x="6569690" y="530772"/>
                  <a:pt x="6569690" y="581931"/>
                  <a:pt x="6551428" y="612992"/>
                </a:cubicBezTo>
                <a:cubicBezTo>
                  <a:pt x="6295772" y="1056063"/>
                  <a:pt x="6295772" y="1056063"/>
                  <a:pt x="6295772" y="1056063"/>
                </a:cubicBezTo>
                <a:cubicBezTo>
                  <a:pt x="6277511" y="1087124"/>
                  <a:pt x="6233684" y="1112703"/>
                  <a:pt x="6197162" y="1112703"/>
                </a:cubicBezTo>
                <a:close/>
              </a:path>
            </a:pathLst>
          </a:custGeom>
          <a:gradFill>
            <a:gsLst>
              <a:gs pos="0">
                <a:srgbClr val="DEDEDE"/>
              </a:gs>
              <a:gs pos="100000">
                <a:srgbClr val="FBFBFB"/>
              </a:gs>
            </a:gsLst>
            <a:lin ang="5400000" scaled="1"/>
          </a:gradFill>
          <a:ln w="31750" cap="flat">
            <a:gradFill>
              <a:gsLst>
                <a:gs pos="0">
                  <a:schemeClr val="bg1"/>
                </a:gs>
                <a:gs pos="100000">
                  <a:srgbClr val="DDDDDD"/>
                </a:gs>
              </a:gsLst>
              <a:lin ang="5400000" scaled="1"/>
            </a:gradFill>
            <a:prstDash val="solid"/>
            <a:miter lim="800000"/>
            <a:headEnd/>
            <a:tailEnd/>
          </a:ln>
          <a:effectLst>
            <a:outerShdw blurRad="228600" dist="101600" dir="5400000" algn="t" rotWithShape="0">
              <a:schemeClr val="tx1">
                <a:lumMod val="85000"/>
                <a:lumOff val="15000"/>
                <a:alpha val="33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4" name="任意多边形 13"/>
          <p:cNvSpPr>
            <a:spLocks/>
          </p:cNvSpPr>
          <p:nvPr/>
        </p:nvSpPr>
        <p:spPr bwMode="auto">
          <a:xfrm>
            <a:off x="2448506" y="1193562"/>
            <a:ext cx="4810025" cy="728548"/>
          </a:xfrm>
          <a:custGeom>
            <a:avLst/>
            <a:gdLst>
              <a:gd name="connsiteX0" fmla="*/ 6197162 w 6565124"/>
              <a:gd name="connsiteY0" fmla="*/ 1112703 h 1112703"/>
              <a:gd name="connsiteX1" fmla="*/ 5690821 w 6565124"/>
              <a:gd name="connsiteY1" fmla="*/ 1112703 h 1112703"/>
              <a:gd name="connsiteX2" fmla="*/ 5685849 w 6565124"/>
              <a:gd name="connsiteY2" fmla="*/ 1112703 h 1112703"/>
              <a:gd name="connsiteX3" fmla="*/ 5186165 w 6565124"/>
              <a:gd name="connsiteY3" fmla="*/ 1112703 h 1112703"/>
              <a:gd name="connsiteX4" fmla="*/ 5179508 w 6565124"/>
              <a:gd name="connsiteY4" fmla="*/ 1112703 h 1112703"/>
              <a:gd name="connsiteX5" fmla="*/ 4679824 w 6565124"/>
              <a:gd name="connsiteY5" fmla="*/ 1112703 h 1112703"/>
              <a:gd name="connsiteX6" fmla="*/ 4674852 w 6565124"/>
              <a:gd name="connsiteY6" fmla="*/ 1112703 h 1112703"/>
              <a:gd name="connsiteX7" fmla="*/ 4354760 w 6565124"/>
              <a:gd name="connsiteY7" fmla="*/ 1112703 h 1112703"/>
              <a:gd name="connsiteX8" fmla="*/ 4238331 w 6565124"/>
              <a:gd name="connsiteY8" fmla="*/ 1112703 h 1112703"/>
              <a:gd name="connsiteX9" fmla="*/ 4168511 w 6565124"/>
              <a:gd name="connsiteY9" fmla="*/ 1112703 h 1112703"/>
              <a:gd name="connsiteX10" fmla="*/ 3848419 w 6565124"/>
              <a:gd name="connsiteY10" fmla="*/ 1112703 h 1112703"/>
              <a:gd name="connsiteX11" fmla="*/ 3843447 w 6565124"/>
              <a:gd name="connsiteY11" fmla="*/ 1112703 h 1112703"/>
              <a:gd name="connsiteX12" fmla="*/ 3731991 w 6565124"/>
              <a:gd name="connsiteY12" fmla="*/ 1112703 h 1112703"/>
              <a:gd name="connsiteX13" fmla="*/ 3727018 w 6565124"/>
              <a:gd name="connsiteY13" fmla="*/ 1112703 h 1112703"/>
              <a:gd name="connsiteX14" fmla="*/ 3343763 w 6565124"/>
              <a:gd name="connsiteY14" fmla="*/ 1112703 h 1112703"/>
              <a:gd name="connsiteX15" fmla="*/ 3337106 w 6565124"/>
              <a:gd name="connsiteY15" fmla="*/ 1112703 h 1112703"/>
              <a:gd name="connsiteX16" fmla="*/ 3227334 w 6565124"/>
              <a:gd name="connsiteY16" fmla="*/ 1112703 h 1112703"/>
              <a:gd name="connsiteX17" fmla="*/ 3220677 w 6565124"/>
              <a:gd name="connsiteY17" fmla="*/ 1112703 h 1112703"/>
              <a:gd name="connsiteX18" fmla="*/ 2837422 w 6565124"/>
              <a:gd name="connsiteY18" fmla="*/ 1112703 h 1112703"/>
              <a:gd name="connsiteX19" fmla="*/ 2832450 w 6565124"/>
              <a:gd name="connsiteY19" fmla="*/ 1112703 h 1112703"/>
              <a:gd name="connsiteX20" fmla="*/ 2720994 w 6565124"/>
              <a:gd name="connsiteY20" fmla="*/ 1112703 h 1112703"/>
              <a:gd name="connsiteX21" fmla="*/ 2716021 w 6565124"/>
              <a:gd name="connsiteY21" fmla="*/ 1112703 h 1112703"/>
              <a:gd name="connsiteX22" fmla="*/ 2395929 w 6565124"/>
              <a:gd name="connsiteY22" fmla="*/ 1112703 h 1112703"/>
              <a:gd name="connsiteX23" fmla="*/ 2326109 w 6565124"/>
              <a:gd name="connsiteY23" fmla="*/ 1112703 h 1112703"/>
              <a:gd name="connsiteX24" fmla="*/ 2209681 w 6565124"/>
              <a:gd name="connsiteY24" fmla="*/ 1112703 h 1112703"/>
              <a:gd name="connsiteX25" fmla="*/ 1889589 w 6565124"/>
              <a:gd name="connsiteY25" fmla="*/ 1112703 h 1112703"/>
              <a:gd name="connsiteX26" fmla="*/ 1884616 w 6565124"/>
              <a:gd name="connsiteY26" fmla="*/ 1112703 h 1112703"/>
              <a:gd name="connsiteX27" fmla="*/ 1384932 w 6565124"/>
              <a:gd name="connsiteY27" fmla="*/ 1112703 h 1112703"/>
              <a:gd name="connsiteX28" fmla="*/ 1378275 w 6565124"/>
              <a:gd name="connsiteY28" fmla="*/ 1112703 h 1112703"/>
              <a:gd name="connsiteX29" fmla="*/ 878592 w 6565124"/>
              <a:gd name="connsiteY29" fmla="*/ 1112703 h 1112703"/>
              <a:gd name="connsiteX30" fmla="*/ 873619 w 6565124"/>
              <a:gd name="connsiteY30" fmla="*/ 1112703 h 1112703"/>
              <a:gd name="connsiteX31" fmla="*/ 367278 w 6565124"/>
              <a:gd name="connsiteY31" fmla="*/ 1112703 h 1112703"/>
              <a:gd name="connsiteX32" fmla="*/ 268668 w 6565124"/>
              <a:gd name="connsiteY32" fmla="*/ 1056063 h 1112703"/>
              <a:gd name="connsiteX33" fmla="*/ 13011 w 6565124"/>
              <a:gd name="connsiteY33" fmla="*/ 612992 h 1112703"/>
              <a:gd name="connsiteX34" fmla="*/ 13011 w 6565124"/>
              <a:gd name="connsiteY34" fmla="*/ 499712 h 1112703"/>
              <a:gd name="connsiteX35" fmla="*/ 268668 w 6565124"/>
              <a:gd name="connsiteY35" fmla="*/ 56641 h 1112703"/>
              <a:gd name="connsiteX36" fmla="*/ 367278 w 6565124"/>
              <a:gd name="connsiteY36" fmla="*/ 0 h 1112703"/>
              <a:gd name="connsiteX37" fmla="*/ 870602 w 6565124"/>
              <a:gd name="connsiteY37" fmla="*/ 0 h 1112703"/>
              <a:gd name="connsiteX38" fmla="*/ 873619 w 6565124"/>
              <a:gd name="connsiteY38" fmla="*/ 0 h 1112703"/>
              <a:gd name="connsiteX39" fmla="*/ 877593 w 6565124"/>
              <a:gd name="connsiteY39" fmla="*/ 0 h 1112703"/>
              <a:gd name="connsiteX40" fmla="*/ 878592 w 6565124"/>
              <a:gd name="connsiteY40" fmla="*/ 0 h 1112703"/>
              <a:gd name="connsiteX41" fmla="*/ 963623 w 6565124"/>
              <a:gd name="connsiteY41" fmla="*/ 0 h 1112703"/>
              <a:gd name="connsiteX42" fmla="*/ 1362715 w 6565124"/>
              <a:gd name="connsiteY42" fmla="*/ 0 h 1112703"/>
              <a:gd name="connsiteX43" fmla="*/ 1378275 w 6565124"/>
              <a:gd name="connsiteY43" fmla="*/ 0 h 1112703"/>
              <a:gd name="connsiteX44" fmla="*/ 1378349 w 6565124"/>
              <a:gd name="connsiteY44" fmla="*/ 0 h 1112703"/>
              <a:gd name="connsiteX45" fmla="*/ 1384932 w 6565124"/>
              <a:gd name="connsiteY45" fmla="*/ 0 h 1112703"/>
              <a:gd name="connsiteX46" fmla="*/ 1509022 w 6565124"/>
              <a:gd name="connsiteY46" fmla="*/ 0 h 1112703"/>
              <a:gd name="connsiteX47" fmla="*/ 1881599 w 6565124"/>
              <a:gd name="connsiteY47" fmla="*/ 0 h 1112703"/>
              <a:gd name="connsiteX48" fmla="*/ 1884616 w 6565124"/>
              <a:gd name="connsiteY48" fmla="*/ 0 h 1112703"/>
              <a:gd name="connsiteX49" fmla="*/ 1888590 w 6565124"/>
              <a:gd name="connsiteY49" fmla="*/ 0 h 1112703"/>
              <a:gd name="connsiteX50" fmla="*/ 1889589 w 6565124"/>
              <a:gd name="connsiteY50" fmla="*/ 0 h 1112703"/>
              <a:gd name="connsiteX51" fmla="*/ 1974620 w 6565124"/>
              <a:gd name="connsiteY51" fmla="*/ 0 h 1112703"/>
              <a:gd name="connsiteX52" fmla="*/ 2169948 w 6565124"/>
              <a:gd name="connsiteY52" fmla="*/ 0 h 1112703"/>
              <a:gd name="connsiteX53" fmla="*/ 2209681 w 6565124"/>
              <a:gd name="connsiteY53" fmla="*/ 0 h 1112703"/>
              <a:gd name="connsiteX54" fmla="*/ 2293070 w 6565124"/>
              <a:gd name="connsiteY54" fmla="*/ 0 h 1112703"/>
              <a:gd name="connsiteX55" fmla="*/ 2326109 w 6565124"/>
              <a:gd name="connsiteY55" fmla="*/ 0 h 1112703"/>
              <a:gd name="connsiteX56" fmla="*/ 2343265 w 6565124"/>
              <a:gd name="connsiteY56" fmla="*/ 0 h 1112703"/>
              <a:gd name="connsiteX57" fmla="*/ 2395929 w 6565124"/>
              <a:gd name="connsiteY57" fmla="*/ 0 h 1112703"/>
              <a:gd name="connsiteX58" fmla="*/ 2446737 w 6565124"/>
              <a:gd name="connsiteY58" fmla="*/ 0 h 1112703"/>
              <a:gd name="connsiteX59" fmla="*/ 2456856 w 6565124"/>
              <a:gd name="connsiteY59" fmla="*/ 0 h 1112703"/>
              <a:gd name="connsiteX60" fmla="*/ 2596162 w 6565124"/>
              <a:gd name="connsiteY60" fmla="*/ 0 h 1112703"/>
              <a:gd name="connsiteX61" fmla="*/ 2628383 w 6565124"/>
              <a:gd name="connsiteY61" fmla="*/ 0 h 1112703"/>
              <a:gd name="connsiteX62" fmla="*/ 2678176 w 6565124"/>
              <a:gd name="connsiteY62" fmla="*/ 0 h 1112703"/>
              <a:gd name="connsiteX63" fmla="*/ 2713004 w 6565124"/>
              <a:gd name="connsiteY63" fmla="*/ 0 h 1112703"/>
              <a:gd name="connsiteX64" fmla="*/ 2716021 w 6565124"/>
              <a:gd name="connsiteY64" fmla="*/ 0 h 1112703"/>
              <a:gd name="connsiteX65" fmla="*/ 2719995 w 6565124"/>
              <a:gd name="connsiteY65" fmla="*/ 0 h 1112703"/>
              <a:gd name="connsiteX66" fmla="*/ 2720994 w 6565124"/>
              <a:gd name="connsiteY66" fmla="*/ 0 h 1112703"/>
              <a:gd name="connsiteX67" fmla="*/ 2738624 w 6565124"/>
              <a:gd name="connsiteY67" fmla="*/ 0 h 1112703"/>
              <a:gd name="connsiteX68" fmla="*/ 2801125 w 6565124"/>
              <a:gd name="connsiteY68" fmla="*/ 0 h 1112703"/>
              <a:gd name="connsiteX69" fmla="*/ 2806025 w 6565124"/>
              <a:gd name="connsiteY69" fmla="*/ 0 h 1112703"/>
              <a:gd name="connsiteX70" fmla="*/ 2829433 w 6565124"/>
              <a:gd name="connsiteY70" fmla="*/ 0 h 1112703"/>
              <a:gd name="connsiteX71" fmla="*/ 2832450 w 6565124"/>
              <a:gd name="connsiteY71" fmla="*/ 0 h 1112703"/>
              <a:gd name="connsiteX72" fmla="*/ 2836424 w 6565124"/>
              <a:gd name="connsiteY72" fmla="*/ 0 h 1112703"/>
              <a:gd name="connsiteX73" fmla="*/ 2837422 w 6565124"/>
              <a:gd name="connsiteY73" fmla="*/ 0 h 1112703"/>
              <a:gd name="connsiteX74" fmla="*/ 2922453 w 6565124"/>
              <a:gd name="connsiteY74" fmla="*/ 0 h 1112703"/>
              <a:gd name="connsiteX75" fmla="*/ 2974263 w 6565124"/>
              <a:gd name="connsiteY75" fmla="*/ 0 h 1112703"/>
              <a:gd name="connsiteX76" fmla="*/ 3090429 w 6565124"/>
              <a:gd name="connsiteY76" fmla="*/ 0 h 1112703"/>
              <a:gd name="connsiteX77" fmla="*/ 3090692 w 6565124"/>
              <a:gd name="connsiteY77" fmla="*/ 0 h 1112703"/>
              <a:gd name="connsiteX78" fmla="*/ 3205117 w 6565124"/>
              <a:gd name="connsiteY78" fmla="*/ 0 h 1112703"/>
              <a:gd name="connsiteX79" fmla="*/ 3206858 w 6565124"/>
              <a:gd name="connsiteY79" fmla="*/ 0 h 1112703"/>
              <a:gd name="connsiteX80" fmla="*/ 3220677 w 6565124"/>
              <a:gd name="connsiteY80" fmla="*/ 0 h 1112703"/>
              <a:gd name="connsiteX81" fmla="*/ 3220751 w 6565124"/>
              <a:gd name="connsiteY81" fmla="*/ 0 h 1112703"/>
              <a:gd name="connsiteX82" fmla="*/ 3227334 w 6565124"/>
              <a:gd name="connsiteY82" fmla="*/ 0 h 1112703"/>
              <a:gd name="connsiteX83" fmla="*/ 3321545 w 6565124"/>
              <a:gd name="connsiteY83" fmla="*/ 0 h 1112703"/>
              <a:gd name="connsiteX84" fmla="*/ 3337106 w 6565124"/>
              <a:gd name="connsiteY84" fmla="*/ 0 h 1112703"/>
              <a:gd name="connsiteX85" fmla="*/ 3337180 w 6565124"/>
              <a:gd name="connsiteY85" fmla="*/ 0 h 1112703"/>
              <a:gd name="connsiteX86" fmla="*/ 3343763 w 6565124"/>
              <a:gd name="connsiteY86" fmla="*/ 0 h 1112703"/>
              <a:gd name="connsiteX87" fmla="*/ 3351424 w 6565124"/>
              <a:gd name="connsiteY87" fmla="*/ 0 h 1112703"/>
              <a:gd name="connsiteX88" fmla="*/ 3467852 w 6565124"/>
              <a:gd name="connsiteY88" fmla="*/ 0 h 1112703"/>
              <a:gd name="connsiteX89" fmla="*/ 3522951 w 6565124"/>
              <a:gd name="connsiteY89" fmla="*/ 0 h 1112703"/>
              <a:gd name="connsiteX90" fmla="*/ 3633192 w 6565124"/>
              <a:gd name="connsiteY90" fmla="*/ 0 h 1112703"/>
              <a:gd name="connsiteX91" fmla="*/ 3639380 w 6565124"/>
              <a:gd name="connsiteY91" fmla="*/ 0 h 1112703"/>
              <a:gd name="connsiteX92" fmla="*/ 3695692 w 6565124"/>
              <a:gd name="connsiteY92" fmla="*/ 0 h 1112703"/>
              <a:gd name="connsiteX93" fmla="*/ 3724001 w 6565124"/>
              <a:gd name="connsiteY93" fmla="*/ 0 h 1112703"/>
              <a:gd name="connsiteX94" fmla="*/ 3727018 w 6565124"/>
              <a:gd name="connsiteY94" fmla="*/ 0 h 1112703"/>
              <a:gd name="connsiteX95" fmla="*/ 3730992 w 6565124"/>
              <a:gd name="connsiteY95" fmla="*/ 0 h 1112703"/>
              <a:gd name="connsiteX96" fmla="*/ 3731991 w 6565124"/>
              <a:gd name="connsiteY96" fmla="*/ 0 h 1112703"/>
              <a:gd name="connsiteX97" fmla="*/ 3749620 w 6565124"/>
              <a:gd name="connsiteY97" fmla="*/ 0 h 1112703"/>
              <a:gd name="connsiteX98" fmla="*/ 3812121 w 6565124"/>
              <a:gd name="connsiteY98" fmla="*/ 0 h 1112703"/>
              <a:gd name="connsiteX99" fmla="*/ 3817022 w 6565124"/>
              <a:gd name="connsiteY99" fmla="*/ 0 h 1112703"/>
              <a:gd name="connsiteX100" fmla="*/ 3840430 w 6565124"/>
              <a:gd name="connsiteY100" fmla="*/ 0 h 1112703"/>
              <a:gd name="connsiteX101" fmla="*/ 3843447 w 6565124"/>
              <a:gd name="connsiteY101" fmla="*/ 0 h 1112703"/>
              <a:gd name="connsiteX102" fmla="*/ 3847421 w 6565124"/>
              <a:gd name="connsiteY102" fmla="*/ 0 h 1112703"/>
              <a:gd name="connsiteX103" fmla="*/ 3848419 w 6565124"/>
              <a:gd name="connsiteY103" fmla="*/ 0 h 1112703"/>
              <a:gd name="connsiteX104" fmla="*/ 3933450 w 6565124"/>
              <a:gd name="connsiteY104" fmla="*/ 0 h 1112703"/>
              <a:gd name="connsiteX105" fmla="*/ 4012350 w 6565124"/>
              <a:gd name="connsiteY105" fmla="*/ 0 h 1112703"/>
              <a:gd name="connsiteX106" fmla="*/ 4135472 w 6565124"/>
              <a:gd name="connsiteY106" fmla="*/ 0 h 1112703"/>
              <a:gd name="connsiteX107" fmla="*/ 4168511 w 6565124"/>
              <a:gd name="connsiteY107" fmla="*/ 0 h 1112703"/>
              <a:gd name="connsiteX108" fmla="*/ 4177020 w 6565124"/>
              <a:gd name="connsiteY108" fmla="*/ 0 h 1112703"/>
              <a:gd name="connsiteX109" fmla="*/ 4185667 w 6565124"/>
              <a:gd name="connsiteY109" fmla="*/ 0 h 1112703"/>
              <a:gd name="connsiteX110" fmla="*/ 4231748 w 6565124"/>
              <a:gd name="connsiteY110" fmla="*/ 0 h 1112703"/>
              <a:gd name="connsiteX111" fmla="*/ 4238331 w 6565124"/>
              <a:gd name="connsiteY111" fmla="*/ 0 h 1112703"/>
              <a:gd name="connsiteX112" fmla="*/ 4299258 w 6565124"/>
              <a:gd name="connsiteY112" fmla="*/ 0 h 1112703"/>
              <a:gd name="connsiteX113" fmla="*/ 4302096 w 6565124"/>
              <a:gd name="connsiteY113" fmla="*/ 0 h 1112703"/>
              <a:gd name="connsiteX114" fmla="*/ 4354760 w 6565124"/>
              <a:gd name="connsiteY114" fmla="*/ 0 h 1112703"/>
              <a:gd name="connsiteX115" fmla="*/ 4470785 w 6565124"/>
              <a:gd name="connsiteY115" fmla="*/ 0 h 1112703"/>
              <a:gd name="connsiteX116" fmla="*/ 4671835 w 6565124"/>
              <a:gd name="connsiteY116" fmla="*/ 0 h 1112703"/>
              <a:gd name="connsiteX117" fmla="*/ 4674852 w 6565124"/>
              <a:gd name="connsiteY117" fmla="*/ 0 h 1112703"/>
              <a:gd name="connsiteX118" fmla="*/ 4678826 w 6565124"/>
              <a:gd name="connsiteY118" fmla="*/ 0 h 1112703"/>
              <a:gd name="connsiteX119" fmla="*/ 4679824 w 6565124"/>
              <a:gd name="connsiteY119" fmla="*/ 0 h 1112703"/>
              <a:gd name="connsiteX120" fmla="*/ 4764855 w 6565124"/>
              <a:gd name="connsiteY120" fmla="*/ 0 h 1112703"/>
              <a:gd name="connsiteX121" fmla="*/ 5163947 w 6565124"/>
              <a:gd name="connsiteY121" fmla="*/ 0 h 1112703"/>
              <a:gd name="connsiteX122" fmla="*/ 5179508 w 6565124"/>
              <a:gd name="connsiteY122" fmla="*/ 0 h 1112703"/>
              <a:gd name="connsiteX123" fmla="*/ 5179582 w 6565124"/>
              <a:gd name="connsiteY123" fmla="*/ 0 h 1112703"/>
              <a:gd name="connsiteX124" fmla="*/ 5186165 w 6565124"/>
              <a:gd name="connsiteY124" fmla="*/ 0 h 1112703"/>
              <a:gd name="connsiteX125" fmla="*/ 5310254 w 6565124"/>
              <a:gd name="connsiteY125" fmla="*/ 0 h 1112703"/>
              <a:gd name="connsiteX126" fmla="*/ 5682832 w 6565124"/>
              <a:gd name="connsiteY126" fmla="*/ 0 h 1112703"/>
              <a:gd name="connsiteX127" fmla="*/ 5685849 w 6565124"/>
              <a:gd name="connsiteY127" fmla="*/ 0 h 1112703"/>
              <a:gd name="connsiteX128" fmla="*/ 5689822 w 6565124"/>
              <a:gd name="connsiteY128" fmla="*/ 0 h 1112703"/>
              <a:gd name="connsiteX129" fmla="*/ 5690821 w 6565124"/>
              <a:gd name="connsiteY129" fmla="*/ 0 h 1112703"/>
              <a:gd name="connsiteX130" fmla="*/ 5775852 w 6565124"/>
              <a:gd name="connsiteY130" fmla="*/ 0 h 1112703"/>
              <a:gd name="connsiteX131" fmla="*/ 6197162 w 6565124"/>
              <a:gd name="connsiteY131" fmla="*/ 0 h 1112703"/>
              <a:gd name="connsiteX132" fmla="*/ 6295772 w 6565124"/>
              <a:gd name="connsiteY132" fmla="*/ 56641 h 1112703"/>
              <a:gd name="connsiteX133" fmla="*/ 6551428 w 6565124"/>
              <a:gd name="connsiteY133" fmla="*/ 499712 h 1112703"/>
              <a:gd name="connsiteX134" fmla="*/ 6551428 w 6565124"/>
              <a:gd name="connsiteY134" fmla="*/ 612992 h 1112703"/>
              <a:gd name="connsiteX135" fmla="*/ 6295772 w 6565124"/>
              <a:gd name="connsiteY135" fmla="*/ 1056063 h 1112703"/>
              <a:gd name="connsiteX136" fmla="*/ 6197162 w 6565124"/>
              <a:gd name="connsiteY136" fmla="*/ 1112703 h 111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6565124" h="1112703">
                <a:moveTo>
                  <a:pt x="6197162" y="1112703"/>
                </a:moveTo>
                <a:lnTo>
                  <a:pt x="5690821" y="1112703"/>
                </a:lnTo>
                <a:lnTo>
                  <a:pt x="5685849" y="1112703"/>
                </a:lnTo>
                <a:lnTo>
                  <a:pt x="5186165" y="1112703"/>
                </a:lnTo>
                <a:lnTo>
                  <a:pt x="5179508" y="1112703"/>
                </a:lnTo>
                <a:lnTo>
                  <a:pt x="4679824" y="1112703"/>
                </a:lnTo>
                <a:lnTo>
                  <a:pt x="4674852" y="1112703"/>
                </a:lnTo>
                <a:lnTo>
                  <a:pt x="4354760" y="1112703"/>
                </a:lnTo>
                <a:lnTo>
                  <a:pt x="4238331" y="1112703"/>
                </a:lnTo>
                <a:lnTo>
                  <a:pt x="4168511" y="1112703"/>
                </a:lnTo>
                <a:lnTo>
                  <a:pt x="3848419" y="1112703"/>
                </a:lnTo>
                <a:lnTo>
                  <a:pt x="3843447" y="1112703"/>
                </a:lnTo>
                <a:lnTo>
                  <a:pt x="3731991" y="1112703"/>
                </a:lnTo>
                <a:lnTo>
                  <a:pt x="3727018" y="1112703"/>
                </a:lnTo>
                <a:lnTo>
                  <a:pt x="3343763" y="1112703"/>
                </a:lnTo>
                <a:lnTo>
                  <a:pt x="3337106" y="1112703"/>
                </a:lnTo>
                <a:lnTo>
                  <a:pt x="3227334" y="1112703"/>
                </a:lnTo>
                <a:lnTo>
                  <a:pt x="3220677" y="1112703"/>
                </a:lnTo>
                <a:lnTo>
                  <a:pt x="2837422" y="1112703"/>
                </a:lnTo>
                <a:lnTo>
                  <a:pt x="2832450" y="1112703"/>
                </a:lnTo>
                <a:lnTo>
                  <a:pt x="2720994" y="1112703"/>
                </a:lnTo>
                <a:lnTo>
                  <a:pt x="2716021" y="1112703"/>
                </a:lnTo>
                <a:lnTo>
                  <a:pt x="2395929" y="1112703"/>
                </a:lnTo>
                <a:lnTo>
                  <a:pt x="2326109" y="1112703"/>
                </a:lnTo>
                <a:lnTo>
                  <a:pt x="2209681" y="1112703"/>
                </a:lnTo>
                <a:lnTo>
                  <a:pt x="1889589" y="1112703"/>
                </a:lnTo>
                <a:lnTo>
                  <a:pt x="1884616" y="1112703"/>
                </a:lnTo>
                <a:lnTo>
                  <a:pt x="1384932" y="1112703"/>
                </a:lnTo>
                <a:lnTo>
                  <a:pt x="1378275" y="1112703"/>
                </a:lnTo>
                <a:lnTo>
                  <a:pt x="878592" y="1112703"/>
                </a:lnTo>
                <a:lnTo>
                  <a:pt x="873619" y="1112703"/>
                </a:lnTo>
                <a:lnTo>
                  <a:pt x="367278" y="1112703"/>
                </a:lnTo>
                <a:cubicBezTo>
                  <a:pt x="331669" y="1112703"/>
                  <a:pt x="286929" y="1087124"/>
                  <a:pt x="268668" y="1056063"/>
                </a:cubicBezTo>
                <a:cubicBezTo>
                  <a:pt x="13011" y="612992"/>
                  <a:pt x="13011" y="612992"/>
                  <a:pt x="13011" y="612992"/>
                </a:cubicBezTo>
                <a:cubicBezTo>
                  <a:pt x="-4337" y="581931"/>
                  <a:pt x="-4337" y="530773"/>
                  <a:pt x="13011" y="499712"/>
                </a:cubicBezTo>
                <a:cubicBezTo>
                  <a:pt x="268668" y="56641"/>
                  <a:pt x="268668" y="56641"/>
                  <a:pt x="268668" y="56641"/>
                </a:cubicBezTo>
                <a:cubicBezTo>
                  <a:pt x="286929" y="25580"/>
                  <a:pt x="331669" y="0"/>
                  <a:pt x="367278" y="0"/>
                </a:cubicBezTo>
                <a:cubicBezTo>
                  <a:pt x="750764" y="0"/>
                  <a:pt x="846635" y="0"/>
                  <a:pt x="870602" y="0"/>
                </a:cubicBezTo>
                <a:lnTo>
                  <a:pt x="873619" y="0"/>
                </a:lnTo>
                <a:lnTo>
                  <a:pt x="877593" y="0"/>
                </a:lnTo>
                <a:cubicBezTo>
                  <a:pt x="878592" y="0"/>
                  <a:pt x="878592" y="0"/>
                  <a:pt x="878592" y="0"/>
                </a:cubicBezTo>
                <a:lnTo>
                  <a:pt x="963623" y="0"/>
                </a:lnTo>
                <a:cubicBezTo>
                  <a:pt x="1226941" y="0"/>
                  <a:pt x="1325686" y="0"/>
                  <a:pt x="1362715" y="0"/>
                </a:cubicBezTo>
                <a:lnTo>
                  <a:pt x="1378275" y="0"/>
                </a:lnTo>
                <a:lnTo>
                  <a:pt x="1378349" y="0"/>
                </a:lnTo>
                <a:cubicBezTo>
                  <a:pt x="1384932" y="0"/>
                  <a:pt x="1384932" y="0"/>
                  <a:pt x="1384932" y="0"/>
                </a:cubicBezTo>
                <a:lnTo>
                  <a:pt x="1509022" y="0"/>
                </a:lnTo>
                <a:cubicBezTo>
                  <a:pt x="1784605" y="0"/>
                  <a:pt x="1860628" y="0"/>
                  <a:pt x="1881599" y="0"/>
                </a:cubicBezTo>
                <a:lnTo>
                  <a:pt x="1884616" y="0"/>
                </a:lnTo>
                <a:lnTo>
                  <a:pt x="1888590" y="0"/>
                </a:lnTo>
                <a:cubicBezTo>
                  <a:pt x="1889589" y="0"/>
                  <a:pt x="1889589" y="0"/>
                  <a:pt x="1889589" y="0"/>
                </a:cubicBezTo>
                <a:lnTo>
                  <a:pt x="1974620" y="0"/>
                </a:lnTo>
                <a:cubicBezTo>
                  <a:pt x="2053615" y="0"/>
                  <a:pt x="2117799" y="0"/>
                  <a:pt x="2169948" y="0"/>
                </a:cubicBezTo>
                <a:lnTo>
                  <a:pt x="2209681" y="0"/>
                </a:lnTo>
                <a:lnTo>
                  <a:pt x="2293070" y="0"/>
                </a:lnTo>
                <a:lnTo>
                  <a:pt x="2326109" y="0"/>
                </a:lnTo>
                <a:lnTo>
                  <a:pt x="2343265" y="0"/>
                </a:lnTo>
                <a:cubicBezTo>
                  <a:pt x="2395929" y="0"/>
                  <a:pt x="2395929" y="0"/>
                  <a:pt x="2395929" y="0"/>
                </a:cubicBezTo>
                <a:lnTo>
                  <a:pt x="2446737" y="0"/>
                </a:lnTo>
                <a:lnTo>
                  <a:pt x="2456856" y="0"/>
                </a:lnTo>
                <a:lnTo>
                  <a:pt x="2596162" y="0"/>
                </a:lnTo>
                <a:lnTo>
                  <a:pt x="2628383" y="0"/>
                </a:lnTo>
                <a:lnTo>
                  <a:pt x="2678176" y="0"/>
                </a:lnTo>
                <a:lnTo>
                  <a:pt x="2713004" y="0"/>
                </a:lnTo>
                <a:lnTo>
                  <a:pt x="2716021" y="0"/>
                </a:lnTo>
                <a:lnTo>
                  <a:pt x="2719995" y="0"/>
                </a:lnTo>
                <a:lnTo>
                  <a:pt x="2720994" y="0"/>
                </a:lnTo>
                <a:lnTo>
                  <a:pt x="2738624" y="0"/>
                </a:lnTo>
                <a:cubicBezTo>
                  <a:pt x="2766661" y="0"/>
                  <a:pt x="2786742" y="0"/>
                  <a:pt x="2801125" y="0"/>
                </a:cubicBezTo>
                <a:lnTo>
                  <a:pt x="2806025" y="0"/>
                </a:lnTo>
                <a:lnTo>
                  <a:pt x="2829433" y="0"/>
                </a:lnTo>
                <a:lnTo>
                  <a:pt x="2832450" y="0"/>
                </a:lnTo>
                <a:lnTo>
                  <a:pt x="2836424" y="0"/>
                </a:lnTo>
                <a:cubicBezTo>
                  <a:pt x="2837422" y="0"/>
                  <a:pt x="2837422" y="0"/>
                  <a:pt x="2837422" y="0"/>
                </a:cubicBezTo>
                <a:lnTo>
                  <a:pt x="2922453" y="0"/>
                </a:lnTo>
                <a:lnTo>
                  <a:pt x="2974263" y="0"/>
                </a:lnTo>
                <a:lnTo>
                  <a:pt x="3090429" y="0"/>
                </a:lnTo>
                <a:lnTo>
                  <a:pt x="3090692" y="0"/>
                </a:lnTo>
                <a:lnTo>
                  <a:pt x="3205117" y="0"/>
                </a:lnTo>
                <a:lnTo>
                  <a:pt x="3206858" y="0"/>
                </a:lnTo>
                <a:lnTo>
                  <a:pt x="3220677" y="0"/>
                </a:lnTo>
                <a:lnTo>
                  <a:pt x="3220751" y="0"/>
                </a:lnTo>
                <a:lnTo>
                  <a:pt x="3227334" y="0"/>
                </a:lnTo>
                <a:lnTo>
                  <a:pt x="3321545" y="0"/>
                </a:lnTo>
                <a:lnTo>
                  <a:pt x="3337106" y="0"/>
                </a:lnTo>
                <a:lnTo>
                  <a:pt x="3337180" y="0"/>
                </a:lnTo>
                <a:cubicBezTo>
                  <a:pt x="3343763" y="0"/>
                  <a:pt x="3343763" y="0"/>
                  <a:pt x="3343763" y="0"/>
                </a:cubicBezTo>
                <a:lnTo>
                  <a:pt x="3351424" y="0"/>
                </a:lnTo>
                <a:lnTo>
                  <a:pt x="3467852" y="0"/>
                </a:lnTo>
                <a:lnTo>
                  <a:pt x="3522951" y="0"/>
                </a:lnTo>
                <a:lnTo>
                  <a:pt x="3633192" y="0"/>
                </a:lnTo>
                <a:lnTo>
                  <a:pt x="3639380" y="0"/>
                </a:lnTo>
                <a:lnTo>
                  <a:pt x="3695692" y="0"/>
                </a:lnTo>
                <a:lnTo>
                  <a:pt x="3724001" y="0"/>
                </a:lnTo>
                <a:lnTo>
                  <a:pt x="3727018" y="0"/>
                </a:lnTo>
                <a:lnTo>
                  <a:pt x="3730992" y="0"/>
                </a:lnTo>
                <a:lnTo>
                  <a:pt x="3731991" y="0"/>
                </a:lnTo>
                <a:lnTo>
                  <a:pt x="3749620" y="0"/>
                </a:lnTo>
                <a:cubicBezTo>
                  <a:pt x="3777658" y="0"/>
                  <a:pt x="3797739" y="0"/>
                  <a:pt x="3812121" y="0"/>
                </a:cubicBezTo>
                <a:lnTo>
                  <a:pt x="3817022" y="0"/>
                </a:lnTo>
                <a:lnTo>
                  <a:pt x="3840430" y="0"/>
                </a:lnTo>
                <a:lnTo>
                  <a:pt x="3843447" y="0"/>
                </a:lnTo>
                <a:lnTo>
                  <a:pt x="3847421" y="0"/>
                </a:lnTo>
                <a:cubicBezTo>
                  <a:pt x="3848419" y="0"/>
                  <a:pt x="3848419" y="0"/>
                  <a:pt x="3848419" y="0"/>
                </a:cubicBezTo>
                <a:lnTo>
                  <a:pt x="3933450" y="0"/>
                </a:lnTo>
                <a:lnTo>
                  <a:pt x="4012350" y="0"/>
                </a:lnTo>
                <a:lnTo>
                  <a:pt x="4135472" y="0"/>
                </a:lnTo>
                <a:lnTo>
                  <a:pt x="4168511" y="0"/>
                </a:lnTo>
                <a:lnTo>
                  <a:pt x="4177020" y="0"/>
                </a:lnTo>
                <a:lnTo>
                  <a:pt x="4185667" y="0"/>
                </a:lnTo>
                <a:lnTo>
                  <a:pt x="4231748" y="0"/>
                </a:lnTo>
                <a:lnTo>
                  <a:pt x="4238331" y="0"/>
                </a:lnTo>
                <a:lnTo>
                  <a:pt x="4299258" y="0"/>
                </a:lnTo>
                <a:lnTo>
                  <a:pt x="4302096" y="0"/>
                </a:lnTo>
                <a:cubicBezTo>
                  <a:pt x="4354760" y="0"/>
                  <a:pt x="4354760" y="0"/>
                  <a:pt x="4354760" y="0"/>
                </a:cubicBezTo>
                <a:lnTo>
                  <a:pt x="4470785" y="0"/>
                </a:lnTo>
                <a:cubicBezTo>
                  <a:pt x="4609411" y="0"/>
                  <a:pt x="4656107" y="0"/>
                  <a:pt x="4671835" y="0"/>
                </a:cubicBezTo>
                <a:lnTo>
                  <a:pt x="4674852" y="0"/>
                </a:lnTo>
                <a:lnTo>
                  <a:pt x="4678826" y="0"/>
                </a:lnTo>
                <a:cubicBezTo>
                  <a:pt x="4679824" y="0"/>
                  <a:pt x="4679824" y="0"/>
                  <a:pt x="4679824" y="0"/>
                </a:cubicBezTo>
                <a:lnTo>
                  <a:pt x="4764855" y="0"/>
                </a:lnTo>
                <a:cubicBezTo>
                  <a:pt x="5028174" y="0"/>
                  <a:pt x="5126918" y="0"/>
                  <a:pt x="5163947" y="0"/>
                </a:cubicBezTo>
                <a:lnTo>
                  <a:pt x="5179508" y="0"/>
                </a:lnTo>
                <a:lnTo>
                  <a:pt x="5179582" y="0"/>
                </a:lnTo>
                <a:cubicBezTo>
                  <a:pt x="5186165" y="0"/>
                  <a:pt x="5186165" y="0"/>
                  <a:pt x="5186165" y="0"/>
                </a:cubicBezTo>
                <a:lnTo>
                  <a:pt x="5310254" y="0"/>
                </a:lnTo>
                <a:cubicBezTo>
                  <a:pt x="5585838" y="0"/>
                  <a:pt x="5661860" y="0"/>
                  <a:pt x="5682832" y="0"/>
                </a:cubicBezTo>
                <a:lnTo>
                  <a:pt x="5685849" y="0"/>
                </a:lnTo>
                <a:lnTo>
                  <a:pt x="5689822" y="0"/>
                </a:lnTo>
                <a:cubicBezTo>
                  <a:pt x="5690821" y="0"/>
                  <a:pt x="5690821" y="0"/>
                  <a:pt x="5690821" y="0"/>
                </a:cubicBezTo>
                <a:lnTo>
                  <a:pt x="5775852" y="0"/>
                </a:lnTo>
                <a:cubicBezTo>
                  <a:pt x="6197162" y="0"/>
                  <a:pt x="6197162" y="0"/>
                  <a:pt x="6197162" y="0"/>
                </a:cubicBezTo>
                <a:cubicBezTo>
                  <a:pt x="6233684" y="0"/>
                  <a:pt x="6277511" y="25580"/>
                  <a:pt x="6295772" y="56641"/>
                </a:cubicBezTo>
                <a:cubicBezTo>
                  <a:pt x="6551428" y="499712"/>
                  <a:pt x="6551428" y="499712"/>
                  <a:pt x="6551428" y="499712"/>
                </a:cubicBezTo>
                <a:cubicBezTo>
                  <a:pt x="6569690" y="530772"/>
                  <a:pt x="6569690" y="581931"/>
                  <a:pt x="6551428" y="612992"/>
                </a:cubicBezTo>
                <a:cubicBezTo>
                  <a:pt x="6295772" y="1056063"/>
                  <a:pt x="6295772" y="1056063"/>
                  <a:pt x="6295772" y="1056063"/>
                </a:cubicBezTo>
                <a:cubicBezTo>
                  <a:pt x="6277511" y="1087124"/>
                  <a:pt x="6233684" y="1112703"/>
                  <a:pt x="6197162" y="1112703"/>
                </a:cubicBezTo>
                <a:close/>
              </a:path>
            </a:pathLst>
          </a:custGeom>
          <a:gradFill>
            <a:gsLst>
              <a:gs pos="0">
                <a:srgbClr val="DEDEDE"/>
              </a:gs>
              <a:gs pos="100000">
                <a:srgbClr val="FBFBFB"/>
              </a:gs>
            </a:gsLst>
            <a:lin ang="5400000" scaled="1"/>
          </a:gradFill>
          <a:ln w="31750" cap="flat">
            <a:gradFill>
              <a:gsLst>
                <a:gs pos="0">
                  <a:schemeClr val="bg1"/>
                </a:gs>
                <a:gs pos="100000">
                  <a:srgbClr val="DDDDDD"/>
                </a:gs>
              </a:gsLst>
              <a:lin ang="5400000" scaled="1"/>
            </a:gradFill>
            <a:prstDash val="solid"/>
            <a:miter lim="800000"/>
            <a:headEnd/>
            <a:tailEnd/>
          </a:ln>
          <a:effectLst>
            <a:outerShdw blurRad="228600" dist="101600" dir="5400000" algn="t" rotWithShape="0">
              <a:schemeClr val="tx1">
                <a:lumMod val="85000"/>
                <a:lumOff val="15000"/>
                <a:alpha val="33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gray">
          <a:xfrm>
            <a:off x="3368148" y="2619163"/>
            <a:ext cx="3327368" cy="36933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构建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中间件的基础知识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gray">
          <a:xfrm>
            <a:off x="3548888" y="3813524"/>
            <a:ext cx="2571694" cy="36933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服务框架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gray">
          <a:xfrm>
            <a:off x="3548888" y="1321538"/>
            <a:ext cx="2571694" cy="36933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大型网站架构演进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429210" y="1178062"/>
            <a:ext cx="743190" cy="664458"/>
            <a:chOff x="8424290" y="1837792"/>
            <a:chExt cx="755664" cy="756000"/>
          </a:xfrm>
        </p:grpSpPr>
        <p:sp>
          <p:nvSpPr>
            <p:cNvPr id="47" name="Freeform 5"/>
            <p:cNvSpPr>
              <a:spLocks/>
            </p:cNvSpPr>
            <p:nvPr/>
          </p:nvSpPr>
          <p:spPr bwMode="auto">
            <a:xfrm rot="10800000">
              <a:off x="8424290" y="1837792"/>
              <a:ext cx="755664" cy="756000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KSO_Shape"/>
            <p:cNvSpPr>
              <a:spLocks/>
            </p:cNvSpPr>
            <p:nvPr/>
          </p:nvSpPr>
          <p:spPr bwMode="auto">
            <a:xfrm>
              <a:off x="8626330" y="2066077"/>
              <a:ext cx="351584" cy="299431"/>
            </a:xfrm>
            <a:custGeom>
              <a:avLst/>
              <a:gdLst>
                <a:gd name="T0" fmla="*/ 432030 w 2125663"/>
                <a:gd name="T1" fmla="*/ 1344893 h 1811338"/>
                <a:gd name="T2" fmla="*/ 462740 w 2125663"/>
                <a:gd name="T3" fmla="*/ 1477960 h 1811338"/>
                <a:gd name="T4" fmla="*/ 513638 w 2125663"/>
                <a:gd name="T5" fmla="*/ 1557743 h 1811338"/>
                <a:gd name="T6" fmla="*/ 516481 w 2125663"/>
                <a:gd name="T7" fmla="*/ 1336346 h 1811338"/>
                <a:gd name="T8" fmla="*/ 503401 w 2125663"/>
                <a:gd name="T9" fmla="*/ 1310416 h 1811338"/>
                <a:gd name="T10" fmla="*/ 515913 w 2125663"/>
                <a:gd name="T11" fmla="*/ 1250009 h 1811338"/>
                <a:gd name="T12" fmla="*/ 618846 w 2125663"/>
                <a:gd name="T13" fmla="*/ 1242885 h 1811338"/>
                <a:gd name="T14" fmla="*/ 643583 w 2125663"/>
                <a:gd name="T15" fmla="*/ 1263116 h 1811338"/>
                <a:gd name="T16" fmla="*/ 642446 w 2125663"/>
                <a:gd name="T17" fmla="*/ 1324948 h 1811338"/>
                <a:gd name="T18" fmla="*/ 619414 w 2125663"/>
                <a:gd name="T19" fmla="*/ 1342899 h 1811338"/>
                <a:gd name="T20" fmla="*/ 664057 w 2125663"/>
                <a:gd name="T21" fmla="*/ 1524691 h 1811338"/>
                <a:gd name="T22" fmla="*/ 704434 w 2125663"/>
                <a:gd name="T23" fmla="*/ 1417553 h 1811338"/>
                <a:gd name="T24" fmla="*/ 725191 w 2125663"/>
                <a:gd name="T25" fmla="*/ 1259697 h 1811338"/>
                <a:gd name="T26" fmla="*/ 857412 w 2125663"/>
                <a:gd name="T27" fmla="*/ 1192451 h 1811338"/>
                <a:gd name="T28" fmla="*/ 923096 w 2125663"/>
                <a:gd name="T29" fmla="*/ 1212682 h 1811338"/>
                <a:gd name="T30" fmla="*/ 970013 w 2125663"/>
                <a:gd name="T31" fmla="*/ 1259697 h 1811338"/>
                <a:gd name="T32" fmla="*/ 990201 w 2125663"/>
                <a:gd name="T33" fmla="*/ 1325233 h 1811338"/>
                <a:gd name="T34" fmla="*/ 980818 w 2125663"/>
                <a:gd name="T35" fmla="*/ 1537228 h 1811338"/>
                <a:gd name="T36" fmla="*/ 935891 w 2125663"/>
                <a:gd name="T37" fmla="*/ 1570566 h 1811338"/>
                <a:gd name="T38" fmla="*/ 798837 w 2125663"/>
                <a:gd name="T39" fmla="*/ 1607608 h 1811338"/>
                <a:gd name="T40" fmla="*/ 617424 w 2125663"/>
                <a:gd name="T41" fmla="*/ 1622140 h 1811338"/>
                <a:gd name="T42" fmla="*/ 428049 w 2125663"/>
                <a:gd name="T43" fmla="*/ 1615872 h 1811338"/>
                <a:gd name="T44" fmla="*/ 264551 w 2125663"/>
                <a:gd name="T45" fmla="*/ 1588232 h 1811338"/>
                <a:gd name="T46" fmla="*/ 180669 w 2125663"/>
                <a:gd name="T47" fmla="*/ 1549481 h 1811338"/>
                <a:gd name="T48" fmla="*/ 159912 w 2125663"/>
                <a:gd name="T49" fmla="*/ 1517283 h 1811338"/>
                <a:gd name="T50" fmla="*/ 167873 w 2125663"/>
                <a:gd name="T51" fmla="*/ 1284201 h 1811338"/>
                <a:gd name="T52" fmla="*/ 205123 w 2125663"/>
                <a:gd name="T53" fmla="*/ 1228638 h 1811338"/>
                <a:gd name="T54" fmla="*/ 264266 w 2125663"/>
                <a:gd name="T55" fmla="*/ 1196440 h 1811338"/>
                <a:gd name="T56" fmla="*/ 421225 w 2125663"/>
                <a:gd name="T57" fmla="*/ 1183048 h 1811338"/>
                <a:gd name="T58" fmla="*/ 433514 w 2125663"/>
                <a:gd name="T59" fmla="*/ 761303 h 1811338"/>
                <a:gd name="T60" fmla="*/ 391450 w 2125663"/>
                <a:gd name="T61" fmla="*/ 813630 h 1811338"/>
                <a:gd name="T62" fmla="*/ 379229 w 2125663"/>
                <a:gd name="T63" fmla="*/ 902075 h 1811338"/>
                <a:gd name="T64" fmla="*/ 414756 w 2125663"/>
                <a:gd name="T65" fmla="*/ 1016114 h 1811338"/>
                <a:gd name="T66" fmla="*/ 487516 w 2125663"/>
                <a:gd name="T67" fmla="*/ 1099439 h 1811338"/>
                <a:gd name="T68" fmla="*/ 567666 w 2125663"/>
                <a:gd name="T69" fmla="*/ 1135272 h 1811338"/>
                <a:gd name="T70" fmla="*/ 645542 w 2125663"/>
                <a:gd name="T71" fmla="*/ 1111099 h 1811338"/>
                <a:gd name="T72" fmla="*/ 722282 w 2125663"/>
                <a:gd name="T73" fmla="*/ 1035452 h 1811338"/>
                <a:gd name="T74" fmla="*/ 767757 w 2125663"/>
                <a:gd name="T75" fmla="*/ 926248 h 1811338"/>
                <a:gd name="T76" fmla="*/ 666290 w 2125663"/>
                <a:gd name="T77" fmla="*/ 863967 h 1811338"/>
                <a:gd name="T78" fmla="*/ 546918 w 2125663"/>
                <a:gd name="T79" fmla="*/ 832116 h 1811338"/>
                <a:gd name="T80" fmla="*/ 484389 w 2125663"/>
                <a:gd name="T81" fmla="*/ 790595 h 1811338"/>
                <a:gd name="T82" fmla="*/ 452273 w 2125663"/>
                <a:gd name="T83" fmla="*/ 760734 h 1811338"/>
                <a:gd name="T84" fmla="*/ 568234 w 2125663"/>
                <a:gd name="T85" fmla="*/ 587258 h 1811338"/>
                <a:gd name="T86" fmla="*/ 631616 w 2125663"/>
                <a:gd name="T87" fmla="*/ 594937 h 1811338"/>
                <a:gd name="T88" fmla="*/ 705513 w 2125663"/>
                <a:gd name="T89" fmla="*/ 631054 h 1811338"/>
                <a:gd name="T90" fmla="*/ 790210 w 2125663"/>
                <a:gd name="T91" fmla="*/ 732864 h 1811338"/>
                <a:gd name="T92" fmla="*/ 826306 w 2125663"/>
                <a:gd name="T93" fmla="*/ 873920 h 1811338"/>
                <a:gd name="T94" fmla="*/ 818064 w 2125663"/>
                <a:gd name="T95" fmla="*/ 959237 h 1811338"/>
                <a:gd name="T96" fmla="*/ 780831 w 2125663"/>
                <a:gd name="T97" fmla="*/ 1048534 h 1811338"/>
                <a:gd name="T98" fmla="*/ 687607 w 2125663"/>
                <a:gd name="T99" fmla="*/ 1148922 h 1811338"/>
                <a:gd name="T100" fmla="*/ 588983 w 2125663"/>
                <a:gd name="T101" fmla="*/ 1190727 h 1811338"/>
                <a:gd name="T102" fmla="*/ 525033 w 2125663"/>
                <a:gd name="T103" fmla="*/ 1182480 h 1811338"/>
                <a:gd name="T104" fmla="*/ 421293 w 2125663"/>
                <a:gd name="T105" fmla="*/ 1115081 h 1811338"/>
                <a:gd name="T106" fmla="*/ 345406 w 2125663"/>
                <a:gd name="T107" fmla="*/ 1002463 h 1811338"/>
                <a:gd name="T108" fmla="*/ 325511 w 2125663"/>
                <a:gd name="T109" fmla="*/ 929092 h 1811338"/>
                <a:gd name="T110" fmla="*/ 330627 w 2125663"/>
                <a:gd name="T111" fmla="*/ 813915 h 1811338"/>
                <a:gd name="T112" fmla="*/ 388324 w 2125663"/>
                <a:gd name="T113" fmla="*/ 686510 h 1811338"/>
                <a:gd name="T114" fmla="*/ 482400 w 2125663"/>
                <a:gd name="T115" fmla="*/ 608303 h 1811338"/>
                <a:gd name="T116" fmla="*/ 542939 w 2125663"/>
                <a:gd name="T117" fmla="*/ 589534 h 1811338"/>
                <a:gd name="T118" fmla="*/ 0 w 2125663"/>
                <a:gd name="T119" fmla="*/ 0 h 1811338"/>
                <a:gd name="T120" fmla="*/ 174993 w 2125663"/>
                <a:gd name="T121" fmla="*/ 1118883 h 18113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125663" h="1811338">
                  <a:moveTo>
                    <a:pt x="470017" y="1320800"/>
                  </a:moveTo>
                  <a:lnTo>
                    <a:pt x="470335" y="1343069"/>
                  </a:lnTo>
                  <a:lnTo>
                    <a:pt x="471286" y="1364382"/>
                  </a:lnTo>
                  <a:lnTo>
                    <a:pt x="472238" y="1385696"/>
                  </a:lnTo>
                  <a:lnTo>
                    <a:pt x="473190" y="1406374"/>
                  </a:lnTo>
                  <a:lnTo>
                    <a:pt x="474459" y="1426415"/>
                  </a:lnTo>
                  <a:lnTo>
                    <a:pt x="476363" y="1446139"/>
                  </a:lnTo>
                  <a:lnTo>
                    <a:pt x="478267" y="1464908"/>
                  </a:lnTo>
                  <a:lnTo>
                    <a:pt x="480170" y="1483677"/>
                  </a:lnTo>
                  <a:lnTo>
                    <a:pt x="482074" y="1501491"/>
                  </a:lnTo>
                  <a:lnTo>
                    <a:pt x="484612" y="1518988"/>
                  </a:lnTo>
                  <a:lnTo>
                    <a:pt x="487468" y="1535530"/>
                  </a:lnTo>
                  <a:lnTo>
                    <a:pt x="490323" y="1552072"/>
                  </a:lnTo>
                  <a:lnTo>
                    <a:pt x="493179" y="1567660"/>
                  </a:lnTo>
                  <a:lnTo>
                    <a:pt x="496352" y="1582611"/>
                  </a:lnTo>
                  <a:lnTo>
                    <a:pt x="500159" y="1597563"/>
                  </a:lnTo>
                  <a:lnTo>
                    <a:pt x="503649" y="1611560"/>
                  </a:lnTo>
                  <a:lnTo>
                    <a:pt x="507774" y="1624921"/>
                  </a:lnTo>
                  <a:lnTo>
                    <a:pt x="511899" y="1637646"/>
                  </a:lnTo>
                  <a:lnTo>
                    <a:pt x="516341" y="1650052"/>
                  </a:lnTo>
                  <a:lnTo>
                    <a:pt x="520783" y="1661505"/>
                  </a:lnTo>
                  <a:lnTo>
                    <a:pt x="525859" y="1672639"/>
                  </a:lnTo>
                  <a:lnTo>
                    <a:pt x="530936" y="1683137"/>
                  </a:lnTo>
                  <a:lnTo>
                    <a:pt x="536329" y="1692998"/>
                  </a:lnTo>
                  <a:lnTo>
                    <a:pt x="541723" y="1702224"/>
                  </a:lnTo>
                  <a:lnTo>
                    <a:pt x="547752" y="1710813"/>
                  </a:lnTo>
                  <a:lnTo>
                    <a:pt x="553463" y="1718766"/>
                  </a:lnTo>
                  <a:lnTo>
                    <a:pt x="559808" y="1726083"/>
                  </a:lnTo>
                  <a:lnTo>
                    <a:pt x="566154" y="1732763"/>
                  </a:lnTo>
                  <a:lnTo>
                    <a:pt x="573134" y="1739125"/>
                  </a:lnTo>
                  <a:lnTo>
                    <a:pt x="580114" y="1744215"/>
                  </a:lnTo>
                  <a:lnTo>
                    <a:pt x="587412" y="1749305"/>
                  </a:lnTo>
                  <a:lnTo>
                    <a:pt x="594709" y="1753123"/>
                  </a:lnTo>
                  <a:lnTo>
                    <a:pt x="594709" y="1499901"/>
                  </a:lnTo>
                  <a:lnTo>
                    <a:pt x="591537" y="1499264"/>
                  </a:lnTo>
                  <a:lnTo>
                    <a:pt x="588047" y="1498310"/>
                  </a:lnTo>
                  <a:lnTo>
                    <a:pt x="584874" y="1497038"/>
                  </a:lnTo>
                  <a:lnTo>
                    <a:pt x="582018" y="1495765"/>
                  </a:lnTo>
                  <a:lnTo>
                    <a:pt x="579163" y="1494175"/>
                  </a:lnTo>
                  <a:lnTo>
                    <a:pt x="576307" y="1491948"/>
                  </a:lnTo>
                  <a:lnTo>
                    <a:pt x="573769" y="1489721"/>
                  </a:lnTo>
                  <a:lnTo>
                    <a:pt x="571548" y="1487494"/>
                  </a:lnTo>
                  <a:lnTo>
                    <a:pt x="569327" y="1484949"/>
                  </a:lnTo>
                  <a:lnTo>
                    <a:pt x="567106" y="1482404"/>
                  </a:lnTo>
                  <a:lnTo>
                    <a:pt x="565519" y="1479223"/>
                  </a:lnTo>
                  <a:lnTo>
                    <a:pt x="564250" y="1476360"/>
                  </a:lnTo>
                  <a:lnTo>
                    <a:pt x="563298" y="1473179"/>
                  </a:lnTo>
                  <a:lnTo>
                    <a:pt x="562347" y="1469998"/>
                  </a:lnTo>
                  <a:lnTo>
                    <a:pt x="562029" y="1466180"/>
                  </a:lnTo>
                  <a:lnTo>
                    <a:pt x="561712" y="1462999"/>
                  </a:lnTo>
                  <a:lnTo>
                    <a:pt x="561712" y="1425143"/>
                  </a:lnTo>
                  <a:lnTo>
                    <a:pt x="562029" y="1421007"/>
                  </a:lnTo>
                  <a:lnTo>
                    <a:pt x="562664" y="1417508"/>
                  </a:lnTo>
                  <a:lnTo>
                    <a:pt x="563616" y="1414009"/>
                  </a:lnTo>
                  <a:lnTo>
                    <a:pt x="564885" y="1410191"/>
                  </a:lnTo>
                  <a:lnTo>
                    <a:pt x="566154" y="1407010"/>
                  </a:lnTo>
                  <a:lnTo>
                    <a:pt x="568375" y="1403829"/>
                  </a:lnTo>
                  <a:lnTo>
                    <a:pt x="570596" y="1400966"/>
                  </a:lnTo>
                  <a:lnTo>
                    <a:pt x="572817" y="1398103"/>
                  </a:lnTo>
                  <a:lnTo>
                    <a:pt x="575673" y="1395558"/>
                  </a:lnTo>
                  <a:lnTo>
                    <a:pt x="578528" y="1393649"/>
                  </a:lnTo>
                  <a:lnTo>
                    <a:pt x="581701" y="1391741"/>
                  </a:lnTo>
                  <a:lnTo>
                    <a:pt x="584874" y="1390150"/>
                  </a:lnTo>
                  <a:lnTo>
                    <a:pt x="588364" y="1388878"/>
                  </a:lnTo>
                  <a:lnTo>
                    <a:pt x="592171" y="1387605"/>
                  </a:lnTo>
                  <a:lnTo>
                    <a:pt x="595979" y="1386969"/>
                  </a:lnTo>
                  <a:lnTo>
                    <a:pt x="599786" y="1386969"/>
                  </a:lnTo>
                  <a:lnTo>
                    <a:pt x="682597" y="1386969"/>
                  </a:lnTo>
                  <a:lnTo>
                    <a:pt x="686721" y="1386969"/>
                  </a:lnTo>
                  <a:lnTo>
                    <a:pt x="690529" y="1387605"/>
                  </a:lnTo>
                  <a:lnTo>
                    <a:pt x="694019" y="1388878"/>
                  </a:lnTo>
                  <a:lnTo>
                    <a:pt x="697826" y="1390150"/>
                  </a:lnTo>
                  <a:lnTo>
                    <a:pt x="700999" y="1391741"/>
                  </a:lnTo>
                  <a:lnTo>
                    <a:pt x="704172" y="1393649"/>
                  </a:lnTo>
                  <a:lnTo>
                    <a:pt x="707345" y="1395558"/>
                  </a:lnTo>
                  <a:lnTo>
                    <a:pt x="709883" y="1398103"/>
                  </a:lnTo>
                  <a:lnTo>
                    <a:pt x="712104" y="1400966"/>
                  </a:lnTo>
                  <a:lnTo>
                    <a:pt x="714325" y="1403829"/>
                  </a:lnTo>
                  <a:lnTo>
                    <a:pt x="716229" y="1407010"/>
                  </a:lnTo>
                  <a:lnTo>
                    <a:pt x="718132" y="1410191"/>
                  </a:lnTo>
                  <a:lnTo>
                    <a:pt x="719402" y="1414009"/>
                  </a:lnTo>
                  <a:lnTo>
                    <a:pt x="720353" y="1417508"/>
                  </a:lnTo>
                  <a:lnTo>
                    <a:pt x="720671" y="1421007"/>
                  </a:lnTo>
                  <a:lnTo>
                    <a:pt x="720988" y="1425143"/>
                  </a:lnTo>
                  <a:lnTo>
                    <a:pt x="720988" y="1462999"/>
                  </a:lnTo>
                  <a:lnTo>
                    <a:pt x="720988" y="1466180"/>
                  </a:lnTo>
                  <a:lnTo>
                    <a:pt x="720353" y="1469998"/>
                  </a:lnTo>
                  <a:lnTo>
                    <a:pt x="719719" y="1473179"/>
                  </a:lnTo>
                  <a:lnTo>
                    <a:pt x="718450" y="1476360"/>
                  </a:lnTo>
                  <a:lnTo>
                    <a:pt x="716863" y="1479223"/>
                  </a:lnTo>
                  <a:lnTo>
                    <a:pt x="715277" y="1482404"/>
                  </a:lnTo>
                  <a:lnTo>
                    <a:pt x="713373" y="1484949"/>
                  </a:lnTo>
                  <a:lnTo>
                    <a:pt x="711469" y="1487494"/>
                  </a:lnTo>
                  <a:lnTo>
                    <a:pt x="708931" y="1489721"/>
                  </a:lnTo>
                  <a:lnTo>
                    <a:pt x="706710" y="1491948"/>
                  </a:lnTo>
                  <a:lnTo>
                    <a:pt x="703537" y="1494175"/>
                  </a:lnTo>
                  <a:lnTo>
                    <a:pt x="700682" y="1495765"/>
                  </a:lnTo>
                  <a:lnTo>
                    <a:pt x="697826" y="1497038"/>
                  </a:lnTo>
                  <a:lnTo>
                    <a:pt x="694653" y="1498310"/>
                  </a:lnTo>
                  <a:lnTo>
                    <a:pt x="691163" y="1499264"/>
                  </a:lnTo>
                  <a:lnTo>
                    <a:pt x="687991" y="1499901"/>
                  </a:lnTo>
                  <a:lnTo>
                    <a:pt x="687991" y="1753123"/>
                  </a:lnTo>
                  <a:lnTo>
                    <a:pt x="695605" y="1749305"/>
                  </a:lnTo>
                  <a:lnTo>
                    <a:pt x="702586" y="1744215"/>
                  </a:lnTo>
                  <a:lnTo>
                    <a:pt x="709566" y="1739125"/>
                  </a:lnTo>
                  <a:lnTo>
                    <a:pt x="716229" y="1732763"/>
                  </a:lnTo>
                  <a:lnTo>
                    <a:pt x="722892" y="1726083"/>
                  </a:lnTo>
                  <a:lnTo>
                    <a:pt x="729237" y="1718766"/>
                  </a:lnTo>
                  <a:lnTo>
                    <a:pt x="734948" y="1710813"/>
                  </a:lnTo>
                  <a:lnTo>
                    <a:pt x="740977" y="1702224"/>
                  </a:lnTo>
                  <a:lnTo>
                    <a:pt x="746371" y="1692998"/>
                  </a:lnTo>
                  <a:lnTo>
                    <a:pt x="751447" y="1683137"/>
                  </a:lnTo>
                  <a:lnTo>
                    <a:pt x="756841" y="1672639"/>
                  </a:lnTo>
                  <a:lnTo>
                    <a:pt x="761600" y="1661505"/>
                  </a:lnTo>
                  <a:lnTo>
                    <a:pt x="766359" y="1650052"/>
                  </a:lnTo>
                  <a:lnTo>
                    <a:pt x="770801" y="1637646"/>
                  </a:lnTo>
                  <a:lnTo>
                    <a:pt x="774926" y="1624921"/>
                  </a:lnTo>
                  <a:lnTo>
                    <a:pt x="779051" y="1611560"/>
                  </a:lnTo>
                  <a:lnTo>
                    <a:pt x="782541" y="1597563"/>
                  </a:lnTo>
                  <a:lnTo>
                    <a:pt x="786031" y="1582611"/>
                  </a:lnTo>
                  <a:lnTo>
                    <a:pt x="789521" y="1567660"/>
                  </a:lnTo>
                  <a:lnTo>
                    <a:pt x="792377" y="1552072"/>
                  </a:lnTo>
                  <a:lnTo>
                    <a:pt x="795232" y="1535530"/>
                  </a:lnTo>
                  <a:lnTo>
                    <a:pt x="797770" y="1518988"/>
                  </a:lnTo>
                  <a:lnTo>
                    <a:pt x="800626" y="1501491"/>
                  </a:lnTo>
                  <a:lnTo>
                    <a:pt x="802530" y="1483677"/>
                  </a:lnTo>
                  <a:lnTo>
                    <a:pt x="804751" y="1464908"/>
                  </a:lnTo>
                  <a:lnTo>
                    <a:pt x="806337" y="1446139"/>
                  </a:lnTo>
                  <a:lnTo>
                    <a:pt x="807923" y="1426415"/>
                  </a:lnTo>
                  <a:lnTo>
                    <a:pt x="809193" y="1406374"/>
                  </a:lnTo>
                  <a:lnTo>
                    <a:pt x="810779" y="1385696"/>
                  </a:lnTo>
                  <a:lnTo>
                    <a:pt x="811731" y="1364382"/>
                  </a:lnTo>
                  <a:lnTo>
                    <a:pt x="812365" y="1343069"/>
                  </a:lnTo>
                  <a:lnTo>
                    <a:pt x="813000" y="1320800"/>
                  </a:lnTo>
                  <a:lnTo>
                    <a:pt x="840921" y="1322709"/>
                  </a:lnTo>
                  <a:lnTo>
                    <a:pt x="866621" y="1324300"/>
                  </a:lnTo>
                  <a:lnTo>
                    <a:pt x="909771" y="1327481"/>
                  </a:lnTo>
                  <a:lnTo>
                    <a:pt x="938644" y="1330026"/>
                  </a:lnTo>
                  <a:lnTo>
                    <a:pt x="948797" y="1330980"/>
                  </a:lnTo>
                  <a:lnTo>
                    <a:pt x="956729" y="1331298"/>
                  </a:lnTo>
                  <a:lnTo>
                    <a:pt x="964661" y="1331934"/>
                  </a:lnTo>
                  <a:lnTo>
                    <a:pt x="972593" y="1332889"/>
                  </a:lnTo>
                  <a:lnTo>
                    <a:pt x="980208" y="1334161"/>
                  </a:lnTo>
                  <a:lnTo>
                    <a:pt x="987823" y="1335752"/>
                  </a:lnTo>
                  <a:lnTo>
                    <a:pt x="995437" y="1337979"/>
                  </a:lnTo>
                  <a:lnTo>
                    <a:pt x="1002418" y="1340205"/>
                  </a:lnTo>
                  <a:lnTo>
                    <a:pt x="1009715" y="1343387"/>
                  </a:lnTo>
                  <a:lnTo>
                    <a:pt x="1016378" y="1346250"/>
                  </a:lnTo>
                  <a:lnTo>
                    <a:pt x="1023358" y="1349749"/>
                  </a:lnTo>
                  <a:lnTo>
                    <a:pt x="1030021" y="1353885"/>
                  </a:lnTo>
                  <a:lnTo>
                    <a:pt x="1036050" y="1357702"/>
                  </a:lnTo>
                  <a:lnTo>
                    <a:pt x="1042395" y="1361837"/>
                  </a:lnTo>
                  <a:lnTo>
                    <a:pt x="1048106" y="1366927"/>
                  </a:lnTo>
                  <a:lnTo>
                    <a:pt x="1053817" y="1371699"/>
                  </a:lnTo>
                  <a:lnTo>
                    <a:pt x="1059211" y="1377107"/>
                  </a:lnTo>
                  <a:lnTo>
                    <a:pt x="1064605" y="1382197"/>
                  </a:lnTo>
                  <a:lnTo>
                    <a:pt x="1069364" y="1388241"/>
                  </a:lnTo>
                  <a:lnTo>
                    <a:pt x="1073806" y="1393967"/>
                  </a:lnTo>
                  <a:lnTo>
                    <a:pt x="1078248" y="1400012"/>
                  </a:lnTo>
                  <a:lnTo>
                    <a:pt x="1082373" y="1406374"/>
                  </a:lnTo>
                  <a:lnTo>
                    <a:pt x="1085863" y="1413054"/>
                  </a:lnTo>
                  <a:lnTo>
                    <a:pt x="1089670" y="1419735"/>
                  </a:lnTo>
                  <a:lnTo>
                    <a:pt x="1092843" y="1426734"/>
                  </a:lnTo>
                  <a:lnTo>
                    <a:pt x="1095381" y="1433732"/>
                  </a:lnTo>
                  <a:lnTo>
                    <a:pt x="1097920" y="1441049"/>
                  </a:lnTo>
                  <a:lnTo>
                    <a:pt x="1100141" y="1448684"/>
                  </a:lnTo>
                  <a:lnTo>
                    <a:pt x="1101727" y="1456000"/>
                  </a:lnTo>
                  <a:lnTo>
                    <a:pt x="1103314" y="1463635"/>
                  </a:lnTo>
                  <a:lnTo>
                    <a:pt x="1104265" y="1471588"/>
                  </a:lnTo>
                  <a:lnTo>
                    <a:pt x="1104900" y="1479541"/>
                  </a:lnTo>
                  <a:lnTo>
                    <a:pt x="1104900" y="1487494"/>
                  </a:lnTo>
                  <a:lnTo>
                    <a:pt x="1104900" y="1686000"/>
                  </a:lnTo>
                  <a:lnTo>
                    <a:pt x="1104900" y="1690135"/>
                  </a:lnTo>
                  <a:lnTo>
                    <a:pt x="1104265" y="1693953"/>
                  </a:lnTo>
                  <a:lnTo>
                    <a:pt x="1103631" y="1697770"/>
                  </a:lnTo>
                  <a:lnTo>
                    <a:pt x="1102362" y="1701906"/>
                  </a:lnTo>
                  <a:lnTo>
                    <a:pt x="1101093" y="1705405"/>
                  </a:lnTo>
                  <a:lnTo>
                    <a:pt x="1099189" y="1709222"/>
                  </a:lnTo>
                  <a:lnTo>
                    <a:pt x="1096968" y="1713040"/>
                  </a:lnTo>
                  <a:lnTo>
                    <a:pt x="1094430" y="1716221"/>
                  </a:lnTo>
                  <a:lnTo>
                    <a:pt x="1091891" y="1719720"/>
                  </a:lnTo>
                  <a:lnTo>
                    <a:pt x="1089036" y="1722901"/>
                  </a:lnTo>
                  <a:lnTo>
                    <a:pt x="1085546" y="1726719"/>
                  </a:lnTo>
                  <a:lnTo>
                    <a:pt x="1082056" y="1729900"/>
                  </a:lnTo>
                  <a:lnTo>
                    <a:pt x="1078248" y="1732763"/>
                  </a:lnTo>
                  <a:lnTo>
                    <a:pt x="1074124" y="1736262"/>
                  </a:lnTo>
                  <a:lnTo>
                    <a:pt x="1069682" y="1739125"/>
                  </a:lnTo>
                  <a:lnTo>
                    <a:pt x="1065240" y="1741989"/>
                  </a:lnTo>
                  <a:lnTo>
                    <a:pt x="1055404" y="1748033"/>
                  </a:lnTo>
                  <a:lnTo>
                    <a:pt x="1044299" y="1753441"/>
                  </a:lnTo>
                  <a:lnTo>
                    <a:pt x="1032560" y="1758531"/>
                  </a:lnTo>
                  <a:lnTo>
                    <a:pt x="1019868" y="1763939"/>
                  </a:lnTo>
                  <a:lnTo>
                    <a:pt x="1005908" y="1768392"/>
                  </a:lnTo>
                  <a:lnTo>
                    <a:pt x="991630" y="1773164"/>
                  </a:lnTo>
                  <a:lnTo>
                    <a:pt x="976718" y="1777300"/>
                  </a:lnTo>
                  <a:lnTo>
                    <a:pt x="960854" y="1781117"/>
                  </a:lnTo>
                  <a:lnTo>
                    <a:pt x="944038" y="1784934"/>
                  </a:lnTo>
                  <a:lnTo>
                    <a:pt x="927222" y="1788434"/>
                  </a:lnTo>
                  <a:lnTo>
                    <a:pt x="909454" y="1791615"/>
                  </a:lnTo>
                  <a:lnTo>
                    <a:pt x="891369" y="1794796"/>
                  </a:lnTo>
                  <a:lnTo>
                    <a:pt x="872332" y="1797341"/>
                  </a:lnTo>
                  <a:lnTo>
                    <a:pt x="853295" y="1799886"/>
                  </a:lnTo>
                  <a:lnTo>
                    <a:pt x="833941" y="1801795"/>
                  </a:lnTo>
                  <a:lnTo>
                    <a:pt x="813952" y="1804022"/>
                  </a:lnTo>
                  <a:lnTo>
                    <a:pt x="793328" y="1805930"/>
                  </a:lnTo>
                  <a:lnTo>
                    <a:pt x="773022" y="1807203"/>
                  </a:lnTo>
                  <a:lnTo>
                    <a:pt x="752399" y="1808475"/>
                  </a:lnTo>
                  <a:lnTo>
                    <a:pt x="731458" y="1809748"/>
                  </a:lnTo>
                  <a:lnTo>
                    <a:pt x="710200" y="1810384"/>
                  </a:lnTo>
                  <a:lnTo>
                    <a:pt x="688942" y="1811020"/>
                  </a:lnTo>
                  <a:lnTo>
                    <a:pt x="667684" y="1811338"/>
                  </a:lnTo>
                  <a:lnTo>
                    <a:pt x="646427" y="1811338"/>
                  </a:lnTo>
                  <a:lnTo>
                    <a:pt x="625486" y="1811338"/>
                  </a:lnTo>
                  <a:lnTo>
                    <a:pt x="603911" y="1811020"/>
                  </a:lnTo>
                  <a:lnTo>
                    <a:pt x="582653" y="1810384"/>
                  </a:lnTo>
                  <a:lnTo>
                    <a:pt x="561395" y="1809748"/>
                  </a:lnTo>
                  <a:lnTo>
                    <a:pt x="540137" y="1808475"/>
                  </a:lnTo>
                  <a:lnTo>
                    <a:pt x="518879" y="1807203"/>
                  </a:lnTo>
                  <a:lnTo>
                    <a:pt x="498573" y="1805930"/>
                  </a:lnTo>
                  <a:lnTo>
                    <a:pt x="477632" y="1804022"/>
                  </a:lnTo>
                  <a:lnTo>
                    <a:pt x="457326" y="1801795"/>
                  </a:lnTo>
                  <a:lnTo>
                    <a:pt x="437337" y="1799886"/>
                  </a:lnTo>
                  <a:lnTo>
                    <a:pt x="417983" y="1797341"/>
                  </a:lnTo>
                  <a:lnTo>
                    <a:pt x="398629" y="1794796"/>
                  </a:lnTo>
                  <a:lnTo>
                    <a:pt x="379909" y="1791615"/>
                  </a:lnTo>
                  <a:lnTo>
                    <a:pt x="361824" y="1788434"/>
                  </a:lnTo>
                  <a:lnTo>
                    <a:pt x="344056" y="1784934"/>
                  </a:lnTo>
                  <a:lnTo>
                    <a:pt x="327240" y="1781117"/>
                  </a:lnTo>
                  <a:lnTo>
                    <a:pt x="310741" y="1777300"/>
                  </a:lnTo>
                  <a:lnTo>
                    <a:pt x="295195" y="1773164"/>
                  </a:lnTo>
                  <a:lnTo>
                    <a:pt x="280600" y="1768392"/>
                  </a:lnTo>
                  <a:lnTo>
                    <a:pt x="266322" y="1763939"/>
                  </a:lnTo>
                  <a:lnTo>
                    <a:pt x="252996" y="1758531"/>
                  </a:lnTo>
                  <a:lnTo>
                    <a:pt x="240622" y="1753441"/>
                  </a:lnTo>
                  <a:lnTo>
                    <a:pt x="229517" y="1748033"/>
                  </a:lnTo>
                  <a:lnTo>
                    <a:pt x="219047" y="1741989"/>
                  </a:lnTo>
                  <a:lnTo>
                    <a:pt x="214288" y="1739125"/>
                  </a:lnTo>
                  <a:lnTo>
                    <a:pt x="209846" y="1736262"/>
                  </a:lnTo>
                  <a:lnTo>
                    <a:pt x="205404" y="1732763"/>
                  </a:lnTo>
                  <a:lnTo>
                    <a:pt x="201596" y="1729900"/>
                  </a:lnTo>
                  <a:lnTo>
                    <a:pt x="198106" y="1726719"/>
                  </a:lnTo>
                  <a:lnTo>
                    <a:pt x="194299" y="1722901"/>
                  </a:lnTo>
                  <a:lnTo>
                    <a:pt x="191443" y="1719720"/>
                  </a:lnTo>
                  <a:lnTo>
                    <a:pt x="188588" y="1716221"/>
                  </a:lnTo>
                  <a:lnTo>
                    <a:pt x="186367" y="1713040"/>
                  </a:lnTo>
                  <a:lnTo>
                    <a:pt x="183828" y="1709222"/>
                  </a:lnTo>
                  <a:lnTo>
                    <a:pt x="181925" y="1705405"/>
                  </a:lnTo>
                  <a:lnTo>
                    <a:pt x="180338" y="1701906"/>
                  </a:lnTo>
                  <a:lnTo>
                    <a:pt x="179386" y="1697770"/>
                  </a:lnTo>
                  <a:lnTo>
                    <a:pt x="178435" y="1693953"/>
                  </a:lnTo>
                  <a:lnTo>
                    <a:pt x="177800" y="1690135"/>
                  </a:lnTo>
                  <a:lnTo>
                    <a:pt x="177800" y="1686000"/>
                  </a:lnTo>
                  <a:lnTo>
                    <a:pt x="177800" y="1487494"/>
                  </a:lnTo>
                  <a:lnTo>
                    <a:pt x="178117" y="1479541"/>
                  </a:lnTo>
                  <a:lnTo>
                    <a:pt x="178435" y="1471588"/>
                  </a:lnTo>
                  <a:lnTo>
                    <a:pt x="179386" y="1463635"/>
                  </a:lnTo>
                  <a:lnTo>
                    <a:pt x="180973" y="1456000"/>
                  </a:lnTo>
                  <a:lnTo>
                    <a:pt x="182559" y="1448684"/>
                  </a:lnTo>
                  <a:lnTo>
                    <a:pt x="184463" y="1441049"/>
                  </a:lnTo>
                  <a:lnTo>
                    <a:pt x="187318" y="1433732"/>
                  </a:lnTo>
                  <a:lnTo>
                    <a:pt x="190174" y="1426734"/>
                  </a:lnTo>
                  <a:lnTo>
                    <a:pt x="193030" y="1419735"/>
                  </a:lnTo>
                  <a:lnTo>
                    <a:pt x="196520" y="1413054"/>
                  </a:lnTo>
                  <a:lnTo>
                    <a:pt x="200327" y="1406374"/>
                  </a:lnTo>
                  <a:lnTo>
                    <a:pt x="204452" y="1400012"/>
                  </a:lnTo>
                  <a:lnTo>
                    <a:pt x="208576" y="1393967"/>
                  </a:lnTo>
                  <a:lnTo>
                    <a:pt x="213336" y="1388241"/>
                  </a:lnTo>
                  <a:lnTo>
                    <a:pt x="218095" y="1382197"/>
                  </a:lnTo>
                  <a:lnTo>
                    <a:pt x="223489" y="1377107"/>
                  </a:lnTo>
                  <a:lnTo>
                    <a:pt x="228883" y="1371699"/>
                  </a:lnTo>
                  <a:lnTo>
                    <a:pt x="234594" y="1366927"/>
                  </a:lnTo>
                  <a:lnTo>
                    <a:pt x="240305" y="1361837"/>
                  </a:lnTo>
                  <a:lnTo>
                    <a:pt x="246650" y="1357702"/>
                  </a:lnTo>
                  <a:lnTo>
                    <a:pt x="252679" y="1353885"/>
                  </a:lnTo>
                  <a:lnTo>
                    <a:pt x="259659" y="1349749"/>
                  </a:lnTo>
                  <a:lnTo>
                    <a:pt x="266005" y="1346250"/>
                  </a:lnTo>
                  <a:lnTo>
                    <a:pt x="272985" y="1343387"/>
                  </a:lnTo>
                  <a:lnTo>
                    <a:pt x="280282" y="1340205"/>
                  </a:lnTo>
                  <a:lnTo>
                    <a:pt x="287263" y="1337979"/>
                  </a:lnTo>
                  <a:lnTo>
                    <a:pt x="294877" y="1335752"/>
                  </a:lnTo>
                  <a:lnTo>
                    <a:pt x="302492" y="1334161"/>
                  </a:lnTo>
                  <a:lnTo>
                    <a:pt x="310107" y="1332889"/>
                  </a:lnTo>
                  <a:lnTo>
                    <a:pt x="318039" y="1331934"/>
                  </a:lnTo>
                  <a:lnTo>
                    <a:pt x="325971" y="1331298"/>
                  </a:lnTo>
                  <a:lnTo>
                    <a:pt x="333903" y="1330980"/>
                  </a:lnTo>
                  <a:lnTo>
                    <a:pt x="344056" y="1330026"/>
                  </a:lnTo>
                  <a:lnTo>
                    <a:pt x="372929" y="1327481"/>
                  </a:lnTo>
                  <a:lnTo>
                    <a:pt x="415762" y="1324300"/>
                  </a:lnTo>
                  <a:lnTo>
                    <a:pt x="441779" y="1322709"/>
                  </a:lnTo>
                  <a:lnTo>
                    <a:pt x="470017" y="1320800"/>
                  </a:lnTo>
                  <a:close/>
                  <a:moveTo>
                    <a:pt x="1004887" y="995363"/>
                  </a:moveTo>
                  <a:lnTo>
                    <a:pt x="1176337" y="995363"/>
                  </a:lnTo>
                  <a:lnTo>
                    <a:pt x="1176337" y="1265238"/>
                  </a:lnTo>
                  <a:lnTo>
                    <a:pt x="1004887" y="1265238"/>
                  </a:lnTo>
                  <a:lnTo>
                    <a:pt x="1004887" y="995363"/>
                  </a:lnTo>
                  <a:close/>
                  <a:moveTo>
                    <a:pt x="493561" y="847408"/>
                  </a:moveTo>
                  <a:lnTo>
                    <a:pt x="491024" y="847726"/>
                  </a:lnTo>
                  <a:lnTo>
                    <a:pt x="488804" y="848043"/>
                  </a:lnTo>
                  <a:lnTo>
                    <a:pt x="485950" y="848996"/>
                  </a:lnTo>
                  <a:lnTo>
                    <a:pt x="483730" y="849948"/>
                  </a:lnTo>
                  <a:lnTo>
                    <a:pt x="481510" y="851218"/>
                  </a:lnTo>
                  <a:lnTo>
                    <a:pt x="479290" y="852806"/>
                  </a:lnTo>
                  <a:lnTo>
                    <a:pt x="475167" y="856933"/>
                  </a:lnTo>
                  <a:lnTo>
                    <a:pt x="470727" y="861061"/>
                  </a:lnTo>
                  <a:lnTo>
                    <a:pt x="466604" y="865823"/>
                  </a:lnTo>
                  <a:lnTo>
                    <a:pt x="462482" y="871221"/>
                  </a:lnTo>
                  <a:lnTo>
                    <a:pt x="454553" y="882651"/>
                  </a:lnTo>
                  <a:lnTo>
                    <a:pt x="448527" y="890906"/>
                  </a:lnTo>
                  <a:lnTo>
                    <a:pt x="442819" y="899478"/>
                  </a:lnTo>
                  <a:lnTo>
                    <a:pt x="436793" y="908368"/>
                  </a:lnTo>
                  <a:lnTo>
                    <a:pt x="431402" y="917893"/>
                  </a:lnTo>
                  <a:lnTo>
                    <a:pt x="429499" y="926783"/>
                  </a:lnTo>
                  <a:lnTo>
                    <a:pt x="427596" y="935673"/>
                  </a:lnTo>
                  <a:lnTo>
                    <a:pt x="426010" y="945198"/>
                  </a:lnTo>
                  <a:lnTo>
                    <a:pt x="424742" y="954406"/>
                  </a:lnTo>
                  <a:lnTo>
                    <a:pt x="423790" y="963931"/>
                  </a:lnTo>
                  <a:lnTo>
                    <a:pt x="423156" y="973773"/>
                  </a:lnTo>
                  <a:lnTo>
                    <a:pt x="422839" y="982981"/>
                  </a:lnTo>
                  <a:lnTo>
                    <a:pt x="422839" y="992823"/>
                  </a:lnTo>
                  <a:lnTo>
                    <a:pt x="423156" y="1007111"/>
                  </a:lnTo>
                  <a:lnTo>
                    <a:pt x="424107" y="1020764"/>
                  </a:lnTo>
                  <a:lnTo>
                    <a:pt x="426010" y="1034099"/>
                  </a:lnTo>
                  <a:lnTo>
                    <a:pt x="428547" y="1047434"/>
                  </a:lnTo>
                  <a:lnTo>
                    <a:pt x="432036" y="1060769"/>
                  </a:lnTo>
                  <a:lnTo>
                    <a:pt x="435525" y="1073469"/>
                  </a:lnTo>
                  <a:lnTo>
                    <a:pt x="439965" y="1086169"/>
                  </a:lnTo>
                  <a:lnTo>
                    <a:pt x="445039" y="1098551"/>
                  </a:lnTo>
                  <a:lnTo>
                    <a:pt x="450430" y="1110934"/>
                  </a:lnTo>
                  <a:lnTo>
                    <a:pt x="456456" y="1122999"/>
                  </a:lnTo>
                  <a:lnTo>
                    <a:pt x="462799" y="1134429"/>
                  </a:lnTo>
                  <a:lnTo>
                    <a:pt x="469459" y="1145541"/>
                  </a:lnTo>
                  <a:lnTo>
                    <a:pt x="477070" y="1156019"/>
                  </a:lnTo>
                  <a:lnTo>
                    <a:pt x="484364" y="1166496"/>
                  </a:lnTo>
                  <a:lnTo>
                    <a:pt x="492293" y="1176656"/>
                  </a:lnTo>
                  <a:lnTo>
                    <a:pt x="500539" y="1186181"/>
                  </a:lnTo>
                  <a:lnTo>
                    <a:pt x="508784" y="1195389"/>
                  </a:lnTo>
                  <a:lnTo>
                    <a:pt x="517347" y="1204279"/>
                  </a:lnTo>
                  <a:lnTo>
                    <a:pt x="526227" y="1212216"/>
                  </a:lnTo>
                  <a:lnTo>
                    <a:pt x="535107" y="1220154"/>
                  </a:lnTo>
                  <a:lnTo>
                    <a:pt x="543987" y="1227456"/>
                  </a:lnTo>
                  <a:lnTo>
                    <a:pt x="553184" y="1234124"/>
                  </a:lnTo>
                  <a:lnTo>
                    <a:pt x="562381" y="1240474"/>
                  </a:lnTo>
                  <a:lnTo>
                    <a:pt x="571578" y="1245871"/>
                  </a:lnTo>
                  <a:lnTo>
                    <a:pt x="580775" y="1250951"/>
                  </a:lnTo>
                  <a:lnTo>
                    <a:pt x="589655" y="1255079"/>
                  </a:lnTo>
                  <a:lnTo>
                    <a:pt x="598853" y="1258889"/>
                  </a:lnTo>
                  <a:lnTo>
                    <a:pt x="607732" y="1262381"/>
                  </a:lnTo>
                  <a:lnTo>
                    <a:pt x="616612" y="1264604"/>
                  </a:lnTo>
                  <a:lnTo>
                    <a:pt x="624858" y="1266509"/>
                  </a:lnTo>
                  <a:lnTo>
                    <a:pt x="633421" y="1267461"/>
                  </a:lnTo>
                  <a:lnTo>
                    <a:pt x="641349" y="1267779"/>
                  </a:lnTo>
                  <a:lnTo>
                    <a:pt x="649595" y="1267461"/>
                  </a:lnTo>
                  <a:lnTo>
                    <a:pt x="657524" y="1266509"/>
                  </a:lnTo>
                  <a:lnTo>
                    <a:pt x="666404" y="1264604"/>
                  </a:lnTo>
                  <a:lnTo>
                    <a:pt x="674967" y="1262381"/>
                  </a:lnTo>
                  <a:lnTo>
                    <a:pt x="684164" y="1258889"/>
                  </a:lnTo>
                  <a:lnTo>
                    <a:pt x="692726" y="1255079"/>
                  </a:lnTo>
                  <a:lnTo>
                    <a:pt x="701924" y="1250951"/>
                  </a:lnTo>
                  <a:lnTo>
                    <a:pt x="711121" y="1245871"/>
                  </a:lnTo>
                  <a:lnTo>
                    <a:pt x="720318" y="1240474"/>
                  </a:lnTo>
                  <a:lnTo>
                    <a:pt x="729515" y="1234124"/>
                  </a:lnTo>
                  <a:lnTo>
                    <a:pt x="738395" y="1227456"/>
                  </a:lnTo>
                  <a:lnTo>
                    <a:pt x="747592" y="1220154"/>
                  </a:lnTo>
                  <a:lnTo>
                    <a:pt x="756472" y="1212216"/>
                  </a:lnTo>
                  <a:lnTo>
                    <a:pt x="765352" y="1204279"/>
                  </a:lnTo>
                  <a:lnTo>
                    <a:pt x="773915" y="1195389"/>
                  </a:lnTo>
                  <a:lnTo>
                    <a:pt x="782160" y="1186181"/>
                  </a:lnTo>
                  <a:lnTo>
                    <a:pt x="790406" y="1176656"/>
                  </a:lnTo>
                  <a:lnTo>
                    <a:pt x="798652" y="1166496"/>
                  </a:lnTo>
                  <a:lnTo>
                    <a:pt x="805946" y="1156019"/>
                  </a:lnTo>
                  <a:lnTo>
                    <a:pt x="813240" y="1145541"/>
                  </a:lnTo>
                  <a:lnTo>
                    <a:pt x="819900" y="1134429"/>
                  </a:lnTo>
                  <a:lnTo>
                    <a:pt x="826243" y="1122999"/>
                  </a:lnTo>
                  <a:lnTo>
                    <a:pt x="831952" y="1110934"/>
                  </a:lnTo>
                  <a:lnTo>
                    <a:pt x="837660" y="1098551"/>
                  </a:lnTo>
                  <a:lnTo>
                    <a:pt x="842417" y="1086169"/>
                  </a:lnTo>
                  <a:lnTo>
                    <a:pt x="847174" y="1073469"/>
                  </a:lnTo>
                  <a:lnTo>
                    <a:pt x="850980" y="1060769"/>
                  </a:lnTo>
                  <a:lnTo>
                    <a:pt x="853834" y="1047434"/>
                  </a:lnTo>
                  <a:lnTo>
                    <a:pt x="856689" y="1034099"/>
                  </a:lnTo>
                  <a:lnTo>
                    <a:pt x="858592" y="1020764"/>
                  </a:lnTo>
                  <a:lnTo>
                    <a:pt x="859543" y="1007111"/>
                  </a:lnTo>
                  <a:lnTo>
                    <a:pt x="860177" y="992823"/>
                  </a:lnTo>
                  <a:lnTo>
                    <a:pt x="859860" y="984886"/>
                  </a:lnTo>
                  <a:lnTo>
                    <a:pt x="859543" y="976313"/>
                  </a:lnTo>
                  <a:lnTo>
                    <a:pt x="837343" y="975361"/>
                  </a:lnTo>
                  <a:lnTo>
                    <a:pt x="814509" y="973773"/>
                  </a:lnTo>
                  <a:lnTo>
                    <a:pt x="791040" y="970916"/>
                  </a:lnTo>
                  <a:lnTo>
                    <a:pt x="767255" y="968058"/>
                  </a:lnTo>
                  <a:lnTo>
                    <a:pt x="743469" y="964566"/>
                  </a:lnTo>
                  <a:lnTo>
                    <a:pt x="719366" y="960438"/>
                  </a:lnTo>
                  <a:lnTo>
                    <a:pt x="695898" y="955041"/>
                  </a:lnTo>
                  <a:lnTo>
                    <a:pt x="684481" y="952501"/>
                  </a:lnTo>
                  <a:lnTo>
                    <a:pt x="673064" y="949643"/>
                  </a:lnTo>
                  <a:lnTo>
                    <a:pt x="661964" y="946468"/>
                  </a:lnTo>
                  <a:lnTo>
                    <a:pt x="651181" y="943293"/>
                  </a:lnTo>
                  <a:lnTo>
                    <a:pt x="640398" y="940118"/>
                  </a:lnTo>
                  <a:lnTo>
                    <a:pt x="629932" y="936308"/>
                  </a:lnTo>
                  <a:lnTo>
                    <a:pt x="620101" y="932816"/>
                  </a:lnTo>
                  <a:lnTo>
                    <a:pt x="610270" y="929006"/>
                  </a:lnTo>
                  <a:lnTo>
                    <a:pt x="601073" y="924878"/>
                  </a:lnTo>
                  <a:lnTo>
                    <a:pt x="592510" y="921068"/>
                  </a:lnTo>
                  <a:lnTo>
                    <a:pt x="583947" y="916941"/>
                  </a:lnTo>
                  <a:lnTo>
                    <a:pt x="576018" y="912178"/>
                  </a:lnTo>
                  <a:lnTo>
                    <a:pt x="568724" y="907733"/>
                  </a:lnTo>
                  <a:lnTo>
                    <a:pt x="561747" y="903288"/>
                  </a:lnTo>
                  <a:lnTo>
                    <a:pt x="555404" y="898208"/>
                  </a:lnTo>
                  <a:lnTo>
                    <a:pt x="550013" y="893128"/>
                  </a:lnTo>
                  <a:lnTo>
                    <a:pt x="544938" y="887731"/>
                  </a:lnTo>
                  <a:lnTo>
                    <a:pt x="540498" y="882651"/>
                  </a:lnTo>
                  <a:lnTo>
                    <a:pt x="536376" y="876936"/>
                  </a:lnTo>
                  <a:lnTo>
                    <a:pt x="532253" y="872173"/>
                  </a:lnTo>
                  <a:lnTo>
                    <a:pt x="528447" y="867728"/>
                  </a:lnTo>
                  <a:lnTo>
                    <a:pt x="524641" y="863601"/>
                  </a:lnTo>
                  <a:lnTo>
                    <a:pt x="520836" y="860426"/>
                  </a:lnTo>
                  <a:lnTo>
                    <a:pt x="517347" y="857251"/>
                  </a:lnTo>
                  <a:lnTo>
                    <a:pt x="514176" y="854393"/>
                  </a:lnTo>
                  <a:lnTo>
                    <a:pt x="511004" y="852488"/>
                  </a:lnTo>
                  <a:lnTo>
                    <a:pt x="507833" y="850583"/>
                  </a:lnTo>
                  <a:lnTo>
                    <a:pt x="504661" y="849313"/>
                  </a:lnTo>
                  <a:lnTo>
                    <a:pt x="501807" y="848361"/>
                  </a:lnTo>
                  <a:lnTo>
                    <a:pt x="499270" y="847726"/>
                  </a:lnTo>
                  <a:lnTo>
                    <a:pt x="496099" y="847408"/>
                  </a:lnTo>
                  <a:lnTo>
                    <a:pt x="493561" y="847408"/>
                  </a:lnTo>
                  <a:close/>
                  <a:moveTo>
                    <a:pt x="1304925" y="828675"/>
                  </a:moveTo>
                  <a:lnTo>
                    <a:pt x="1476375" y="828675"/>
                  </a:lnTo>
                  <a:lnTo>
                    <a:pt x="1476375" y="1252538"/>
                  </a:lnTo>
                  <a:lnTo>
                    <a:pt x="1304925" y="1252538"/>
                  </a:lnTo>
                  <a:lnTo>
                    <a:pt x="1304925" y="828675"/>
                  </a:lnTo>
                  <a:close/>
                  <a:moveTo>
                    <a:pt x="634055" y="655638"/>
                  </a:moveTo>
                  <a:lnTo>
                    <a:pt x="641349" y="655638"/>
                  </a:lnTo>
                  <a:lnTo>
                    <a:pt x="648644" y="655638"/>
                  </a:lnTo>
                  <a:lnTo>
                    <a:pt x="655938" y="655956"/>
                  </a:lnTo>
                  <a:lnTo>
                    <a:pt x="662915" y="656591"/>
                  </a:lnTo>
                  <a:lnTo>
                    <a:pt x="669892" y="657226"/>
                  </a:lnTo>
                  <a:lnTo>
                    <a:pt x="677187" y="658178"/>
                  </a:lnTo>
                  <a:lnTo>
                    <a:pt x="684164" y="659766"/>
                  </a:lnTo>
                  <a:lnTo>
                    <a:pt x="691141" y="661036"/>
                  </a:lnTo>
                  <a:lnTo>
                    <a:pt x="698118" y="662623"/>
                  </a:lnTo>
                  <a:lnTo>
                    <a:pt x="704778" y="664211"/>
                  </a:lnTo>
                  <a:lnTo>
                    <a:pt x="711438" y="666433"/>
                  </a:lnTo>
                  <a:lnTo>
                    <a:pt x="718415" y="668338"/>
                  </a:lnTo>
                  <a:lnTo>
                    <a:pt x="724758" y="670878"/>
                  </a:lnTo>
                  <a:lnTo>
                    <a:pt x="731418" y="673418"/>
                  </a:lnTo>
                  <a:lnTo>
                    <a:pt x="737761" y="676276"/>
                  </a:lnTo>
                  <a:lnTo>
                    <a:pt x="744421" y="679133"/>
                  </a:lnTo>
                  <a:lnTo>
                    <a:pt x="750446" y="682308"/>
                  </a:lnTo>
                  <a:lnTo>
                    <a:pt x="763132" y="688976"/>
                  </a:lnTo>
                  <a:lnTo>
                    <a:pt x="775500" y="696596"/>
                  </a:lnTo>
                  <a:lnTo>
                    <a:pt x="787235" y="704533"/>
                  </a:lnTo>
                  <a:lnTo>
                    <a:pt x="798652" y="713423"/>
                  </a:lnTo>
                  <a:lnTo>
                    <a:pt x="809435" y="722631"/>
                  </a:lnTo>
                  <a:lnTo>
                    <a:pt x="819900" y="732791"/>
                  </a:lnTo>
                  <a:lnTo>
                    <a:pt x="830049" y="743586"/>
                  </a:lnTo>
                  <a:lnTo>
                    <a:pt x="839880" y="754698"/>
                  </a:lnTo>
                  <a:lnTo>
                    <a:pt x="849394" y="766446"/>
                  </a:lnTo>
                  <a:lnTo>
                    <a:pt x="858274" y="778511"/>
                  </a:lnTo>
                  <a:lnTo>
                    <a:pt x="866520" y="791211"/>
                  </a:lnTo>
                  <a:lnTo>
                    <a:pt x="874449" y="804546"/>
                  </a:lnTo>
                  <a:lnTo>
                    <a:pt x="881743" y="818198"/>
                  </a:lnTo>
                  <a:lnTo>
                    <a:pt x="888403" y="832168"/>
                  </a:lnTo>
                  <a:lnTo>
                    <a:pt x="894746" y="847091"/>
                  </a:lnTo>
                  <a:lnTo>
                    <a:pt x="900137" y="861696"/>
                  </a:lnTo>
                  <a:lnTo>
                    <a:pt x="905529" y="876936"/>
                  </a:lnTo>
                  <a:lnTo>
                    <a:pt x="909651" y="892811"/>
                  </a:lnTo>
                  <a:lnTo>
                    <a:pt x="913457" y="908686"/>
                  </a:lnTo>
                  <a:lnTo>
                    <a:pt x="916946" y="924878"/>
                  </a:lnTo>
                  <a:lnTo>
                    <a:pt x="919166" y="941706"/>
                  </a:lnTo>
                  <a:lnTo>
                    <a:pt x="921068" y="958533"/>
                  </a:lnTo>
                  <a:lnTo>
                    <a:pt x="922020" y="975678"/>
                  </a:lnTo>
                  <a:lnTo>
                    <a:pt x="922337" y="992823"/>
                  </a:lnTo>
                  <a:lnTo>
                    <a:pt x="922337" y="1002031"/>
                  </a:lnTo>
                  <a:lnTo>
                    <a:pt x="922020" y="1010921"/>
                  </a:lnTo>
                  <a:lnTo>
                    <a:pt x="921386" y="1019811"/>
                  </a:lnTo>
                  <a:lnTo>
                    <a:pt x="920434" y="1028384"/>
                  </a:lnTo>
                  <a:lnTo>
                    <a:pt x="919483" y="1037274"/>
                  </a:lnTo>
                  <a:lnTo>
                    <a:pt x="918214" y="1045846"/>
                  </a:lnTo>
                  <a:lnTo>
                    <a:pt x="916628" y="1054419"/>
                  </a:lnTo>
                  <a:lnTo>
                    <a:pt x="915043" y="1062674"/>
                  </a:lnTo>
                  <a:lnTo>
                    <a:pt x="912823" y="1070929"/>
                  </a:lnTo>
                  <a:lnTo>
                    <a:pt x="910603" y="1079501"/>
                  </a:lnTo>
                  <a:lnTo>
                    <a:pt x="908383" y="1087756"/>
                  </a:lnTo>
                  <a:lnTo>
                    <a:pt x="906163" y="1095694"/>
                  </a:lnTo>
                  <a:lnTo>
                    <a:pt x="903309" y="1103631"/>
                  </a:lnTo>
                  <a:lnTo>
                    <a:pt x="900137" y="1111569"/>
                  </a:lnTo>
                  <a:lnTo>
                    <a:pt x="897283" y="1119189"/>
                  </a:lnTo>
                  <a:lnTo>
                    <a:pt x="894111" y="1126809"/>
                  </a:lnTo>
                  <a:lnTo>
                    <a:pt x="887134" y="1141731"/>
                  </a:lnTo>
                  <a:lnTo>
                    <a:pt x="879523" y="1156336"/>
                  </a:lnTo>
                  <a:lnTo>
                    <a:pt x="871277" y="1170624"/>
                  </a:lnTo>
                  <a:lnTo>
                    <a:pt x="862714" y="1184276"/>
                  </a:lnTo>
                  <a:lnTo>
                    <a:pt x="853517" y="1197611"/>
                  </a:lnTo>
                  <a:lnTo>
                    <a:pt x="843686" y="1209994"/>
                  </a:lnTo>
                  <a:lnTo>
                    <a:pt x="833854" y="1222376"/>
                  </a:lnTo>
                  <a:lnTo>
                    <a:pt x="823389" y="1233806"/>
                  </a:lnTo>
                  <a:lnTo>
                    <a:pt x="812606" y="1244919"/>
                  </a:lnTo>
                  <a:lnTo>
                    <a:pt x="801823" y="1255396"/>
                  </a:lnTo>
                  <a:lnTo>
                    <a:pt x="790406" y="1265239"/>
                  </a:lnTo>
                  <a:lnTo>
                    <a:pt x="778989" y="1274446"/>
                  </a:lnTo>
                  <a:lnTo>
                    <a:pt x="767255" y="1282701"/>
                  </a:lnTo>
                  <a:lnTo>
                    <a:pt x="755521" y="1290956"/>
                  </a:lnTo>
                  <a:lnTo>
                    <a:pt x="743786" y="1298259"/>
                  </a:lnTo>
                  <a:lnTo>
                    <a:pt x="732052" y="1304609"/>
                  </a:lnTo>
                  <a:lnTo>
                    <a:pt x="720318" y="1310641"/>
                  </a:lnTo>
                  <a:lnTo>
                    <a:pt x="708584" y="1315721"/>
                  </a:lnTo>
                  <a:lnTo>
                    <a:pt x="696849" y="1320166"/>
                  </a:lnTo>
                  <a:lnTo>
                    <a:pt x="685432" y="1323659"/>
                  </a:lnTo>
                  <a:lnTo>
                    <a:pt x="674015" y="1326516"/>
                  </a:lnTo>
                  <a:lnTo>
                    <a:pt x="662915" y="1328421"/>
                  </a:lnTo>
                  <a:lnTo>
                    <a:pt x="657207" y="1329374"/>
                  </a:lnTo>
                  <a:lnTo>
                    <a:pt x="652132" y="1329691"/>
                  </a:lnTo>
                  <a:lnTo>
                    <a:pt x="646424" y="1330009"/>
                  </a:lnTo>
                  <a:lnTo>
                    <a:pt x="641349" y="1330326"/>
                  </a:lnTo>
                  <a:lnTo>
                    <a:pt x="635958" y="1330009"/>
                  </a:lnTo>
                  <a:lnTo>
                    <a:pt x="630884" y="1329691"/>
                  </a:lnTo>
                  <a:lnTo>
                    <a:pt x="625492" y="1329374"/>
                  </a:lnTo>
                  <a:lnTo>
                    <a:pt x="620101" y="1328421"/>
                  </a:lnTo>
                  <a:lnTo>
                    <a:pt x="609001" y="1326516"/>
                  </a:lnTo>
                  <a:lnTo>
                    <a:pt x="597584" y="1323659"/>
                  </a:lnTo>
                  <a:lnTo>
                    <a:pt x="585850" y="1320166"/>
                  </a:lnTo>
                  <a:lnTo>
                    <a:pt x="574433" y="1315721"/>
                  </a:lnTo>
                  <a:lnTo>
                    <a:pt x="562698" y="1310641"/>
                  </a:lnTo>
                  <a:lnTo>
                    <a:pt x="550647" y="1304609"/>
                  </a:lnTo>
                  <a:lnTo>
                    <a:pt x="538913" y="1298259"/>
                  </a:lnTo>
                  <a:lnTo>
                    <a:pt x="527179" y="1290956"/>
                  </a:lnTo>
                  <a:lnTo>
                    <a:pt x="515444" y="1282701"/>
                  </a:lnTo>
                  <a:lnTo>
                    <a:pt x="503710" y="1274446"/>
                  </a:lnTo>
                  <a:lnTo>
                    <a:pt x="492293" y="1265239"/>
                  </a:lnTo>
                  <a:lnTo>
                    <a:pt x="481193" y="1255396"/>
                  </a:lnTo>
                  <a:lnTo>
                    <a:pt x="470093" y="1244919"/>
                  </a:lnTo>
                  <a:lnTo>
                    <a:pt x="459310" y="1233806"/>
                  </a:lnTo>
                  <a:lnTo>
                    <a:pt x="448845" y="1222376"/>
                  </a:lnTo>
                  <a:lnTo>
                    <a:pt x="438696" y="1209994"/>
                  </a:lnTo>
                  <a:lnTo>
                    <a:pt x="429499" y="1197611"/>
                  </a:lnTo>
                  <a:lnTo>
                    <a:pt x="419985" y="1184276"/>
                  </a:lnTo>
                  <a:lnTo>
                    <a:pt x="411422" y="1170624"/>
                  </a:lnTo>
                  <a:lnTo>
                    <a:pt x="403176" y="1156336"/>
                  </a:lnTo>
                  <a:lnTo>
                    <a:pt x="395565" y="1141731"/>
                  </a:lnTo>
                  <a:lnTo>
                    <a:pt x="388588" y="1126809"/>
                  </a:lnTo>
                  <a:lnTo>
                    <a:pt x="385416" y="1119189"/>
                  </a:lnTo>
                  <a:lnTo>
                    <a:pt x="382245" y="1111569"/>
                  </a:lnTo>
                  <a:lnTo>
                    <a:pt x="379390" y="1103631"/>
                  </a:lnTo>
                  <a:lnTo>
                    <a:pt x="376853" y="1095694"/>
                  </a:lnTo>
                  <a:lnTo>
                    <a:pt x="374316" y="1087756"/>
                  </a:lnTo>
                  <a:lnTo>
                    <a:pt x="372096" y="1079501"/>
                  </a:lnTo>
                  <a:lnTo>
                    <a:pt x="369559" y="1070929"/>
                  </a:lnTo>
                  <a:lnTo>
                    <a:pt x="367656" y="1062674"/>
                  </a:lnTo>
                  <a:lnTo>
                    <a:pt x="366071" y="1054419"/>
                  </a:lnTo>
                  <a:lnTo>
                    <a:pt x="364485" y="1045846"/>
                  </a:lnTo>
                  <a:lnTo>
                    <a:pt x="363216" y="1037274"/>
                  </a:lnTo>
                  <a:lnTo>
                    <a:pt x="362265" y="1028384"/>
                  </a:lnTo>
                  <a:lnTo>
                    <a:pt x="361313" y="1019811"/>
                  </a:lnTo>
                  <a:lnTo>
                    <a:pt x="360996" y="1010921"/>
                  </a:lnTo>
                  <a:lnTo>
                    <a:pt x="360362" y="1002031"/>
                  </a:lnTo>
                  <a:lnTo>
                    <a:pt x="360362" y="992823"/>
                  </a:lnTo>
                  <a:lnTo>
                    <a:pt x="360679" y="975678"/>
                  </a:lnTo>
                  <a:lnTo>
                    <a:pt x="361948" y="958533"/>
                  </a:lnTo>
                  <a:lnTo>
                    <a:pt x="363533" y="941706"/>
                  </a:lnTo>
                  <a:lnTo>
                    <a:pt x="366071" y="924878"/>
                  </a:lnTo>
                  <a:lnTo>
                    <a:pt x="368925" y="908686"/>
                  </a:lnTo>
                  <a:lnTo>
                    <a:pt x="373048" y="892811"/>
                  </a:lnTo>
                  <a:lnTo>
                    <a:pt x="377171" y="876936"/>
                  </a:lnTo>
                  <a:lnTo>
                    <a:pt x="382245" y="861696"/>
                  </a:lnTo>
                  <a:lnTo>
                    <a:pt x="387953" y="847091"/>
                  </a:lnTo>
                  <a:lnTo>
                    <a:pt x="393979" y="832168"/>
                  </a:lnTo>
                  <a:lnTo>
                    <a:pt x="400956" y="818198"/>
                  </a:lnTo>
                  <a:lnTo>
                    <a:pt x="408568" y="804546"/>
                  </a:lnTo>
                  <a:lnTo>
                    <a:pt x="416179" y="791211"/>
                  </a:lnTo>
                  <a:lnTo>
                    <a:pt x="424425" y="778511"/>
                  </a:lnTo>
                  <a:lnTo>
                    <a:pt x="433305" y="766446"/>
                  </a:lnTo>
                  <a:lnTo>
                    <a:pt x="442819" y="754698"/>
                  </a:lnTo>
                  <a:lnTo>
                    <a:pt x="452650" y="743586"/>
                  </a:lnTo>
                  <a:lnTo>
                    <a:pt x="462482" y="732791"/>
                  </a:lnTo>
                  <a:lnTo>
                    <a:pt x="473264" y="722631"/>
                  </a:lnTo>
                  <a:lnTo>
                    <a:pt x="484047" y="713423"/>
                  </a:lnTo>
                  <a:lnTo>
                    <a:pt x="495464" y="704533"/>
                  </a:lnTo>
                  <a:lnTo>
                    <a:pt x="507516" y="696596"/>
                  </a:lnTo>
                  <a:lnTo>
                    <a:pt x="519567" y="688976"/>
                  </a:lnTo>
                  <a:lnTo>
                    <a:pt x="531936" y="682308"/>
                  </a:lnTo>
                  <a:lnTo>
                    <a:pt x="538278" y="679133"/>
                  </a:lnTo>
                  <a:lnTo>
                    <a:pt x="544938" y="676276"/>
                  </a:lnTo>
                  <a:lnTo>
                    <a:pt x="551281" y="673418"/>
                  </a:lnTo>
                  <a:lnTo>
                    <a:pt x="557941" y="670878"/>
                  </a:lnTo>
                  <a:lnTo>
                    <a:pt x="564284" y="668338"/>
                  </a:lnTo>
                  <a:lnTo>
                    <a:pt x="571261" y="666433"/>
                  </a:lnTo>
                  <a:lnTo>
                    <a:pt x="577921" y="664211"/>
                  </a:lnTo>
                  <a:lnTo>
                    <a:pt x="584898" y="662623"/>
                  </a:lnTo>
                  <a:lnTo>
                    <a:pt x="591875" y="661036"/>
                  </a:lnTo>
                  <a:lnTo>
                    <a:pt x="598535" y="659766"/>
                  </a:lnTo>
                  <a:lnTo>
                    <a:pt x="605830" y="658178"/>
                  </a:lnTo>
                  <a:lnTo>
                    <a:pt x="612490" y="657226"/>
                  </a:lnTo>
                  <a:lnTo>
                    <a:pt x="619784" y="656591"/>
                  </a:lnTo>
                  <a:lnTo>
                    <a:pt x="627078" y="655956"/>
                  </a:lnTo>
                  <a:lnTo>
                    <a:pt x="634055" y="655638"/>
                  </a:lnTo>
                  <a:close/>
                  <a:moveTo>
                    <a:pt x="1604962" y="463550"/>
                  </a:moveTo>
                  <a:lnTo>
                    <a:pt x="1776412" y="463550"/>
                  </a:lnTo>
                  <a:lnTo>
                    <a:pt x="1776412" y="1252538"/>
                  </a:lnTo>
                  <a:lnTo>
                    <a:pt x="1604962" y="1252538"/>
                  </a:lnTo>
                  <a:lnTo>
                    <a:pt x="1604962" y="463550"/>
                  </a:lnTo>
                  <a:close/>
                  <a:moveTo>
                    <a:pt x="0" y="0"/>
                  </a:moveTo>
                  <a:lnTo>
                    <a:pt x="2125663" y="0"/>
                  </a:lnTo>
                  <a:lnTo>
                    <a:pt x="2125663" y="171553"/>
                  </a:lnTo>
                  <a:lnTo>
                    <a:pt x="2039621" y="171553"/>
                  </a:lnTo>
                  <a:lnTo>
                    <a:pt x="2039621" y="1577975"/>
                  </a:lnTo>
                  <a:lnTo>
                    <a:pt x="1252220" y="1577975"/>
                  </a:lnTo>
                  <a:lnTo>
                    <a:pt x="1252220" y="1449310"/>
                  </a:lnTo>
                  <a:lnTo>
                    <a:pt x="1911033" y="1449310"/>
                  </a:lnTo>
                  <a:lnTo>
                    <a:pt x="1911033" y="171553"/>
                  </a:lnTo>
                  <a:lnTo>
                    <a:pt x="195263" y="171553"/>
                  </a:lnTo>
                  <a:lnTo>
                    <a:pt x="195263" y="1249164"/>
                  </a:lnTo>
                  <a:lnTo>
                    <a:pt x="66675" y="1249164"/>
                  </a:lnTo>
                  <a:lnTo>
                    <a:pt x="66675" y="171553"/>
                  </a:lnTo>
                  <a:lnTo>
                    <a:pt x="0" y="171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924028" y="1007223"/>
            <a:ext cx="1299728" cy="1160772"/>
            <a:chOff x="1991991" y="1508806"/>
            <a:chExt cx="1501200" cy="1500230"/>
          </a:xfrm>
        </p:grpSpPr>
        <p:sp>
          <p:nvSpPr>
            <p:cNvPr id="44" name="Freeform 5"/>
            <p:cNvSpPr>
              <a:spLocks/>
            </p:cNvSpPr>
            <p:nvPr/>
          </p:nvSpPr>
          <p:spPr bwMode="auto">
            <a:xfrm rot="10800000">
              <a:off x="1991991" y="1508806"/>
              <a:ext cx="1501200" cy="150023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29000">
                    <a:srgbClr val="E0E0E0"/>
                  </a:gs>
                  <a:gs pos="0">
                    <a:schemeClr val="bg1">
                      <a:lumMod val="65000"/>
                    </a:schemeClr>
                  </a:gs>
                  <a:gs pos="83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355600" dist="88900" dir="2700000" algn="tl" rotWithShape="0">
                <a:prstClr val="black">
                  <a:alpha val="3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 rot="10800000">
              <a:off x="2159391" y="1675388"/>
              <a:ext cx="1166400" cy="1167066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sp>
          <p:nvSpPr>
            <p:cNvPr id="46" name="TextBox 12"/>
            <p:cNvSpPr txBox="1"/>
            <p:nvPr/>
          </p:nvSpPr>
          <p:spPr>
            <a:xfrm>
              <a:off x="2423874" y="1889589"/>
              <a:ext cx="901917" cy="839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800" b="0" dirty="0" smtClean="0">
                  <a:ln w="12700">
                    <a:noFill/>
                  </a:ln>
                  <a:solidFill>
                    <a:schemeClr val="bg1"/>
                  </a:solidFill>
                  <a:effectLst/>
                </a:rPr>
                <a:t>01</a:t>
              </a:r>
              <a:endParaRPr lang="zh-CN" altLang="en-US" sz="4800" b="0" dirty="0">
                <a:ln w="1270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24028" y="2253217"/>
            <a:ext cx="1299728" cy="1160772"/>
            <a:chOff x="8955123" y="2633014"/>
            <a:chExt cx="1501200" cy="1500230"/>
          </a:xfrm>
        </p:grpSpPr>
        <p:sp>
          <p:nvSpPr>
            <p:cNvPr id="41" name="Freeform 5"/>
            <p:cNvSpPr>
              <a:spLocks/>
            </p:cNvSpPr>
            <p:nvPr/>
          </p:nvSpPr>
          <p:spPr bwMode="auto">
            <a:xfrm rot="10800000">
              <a:off x="8955123" y="2633014"/>
              <a:ext cx="1501200" cy="150023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29000">
                    <a:srgbClr val="E0E0E0"/>
                  </a:gs>
                  <a:gs pos="0">
                    <a:schemeClr val="bg1">
                      <a:lumMod val="65000"/>
                    </a:schemeClr>
                  </a:gs>
                  <a:gs pos="83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355600" dist="88900" dir="2700000" algn="tl" rotWithShape="0">
                <a:prstClr val="black">
                  <a:alpha val="3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5"/>
            <p:cNvSpPr>
              <a:spLocks/>
            </p:cNvSpPr>
            <p:nvPr/>
          </p:nvSpPr>
          <p:spPr bwMode="auto">
            <a:xfrm rot="10800000">
              <a:off x="9122523" y="2799596"/>
              <a:ext cx="1166400" cy="1167066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TextBox 12"/>
            <p:cNvSpPr txBox="1"/>
            <p:nvPr/>
          </p:nvSpPr>
          <p:spPr>
            <a:xfrm>
              <a:off x="9387007" y="3013796"/>
              <a:ext cx="637430" cy="699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000" b="0" dirty="0">
                  <a:ln w="12700">
                    <a:noFill/>
                  </a:ln>
                  <a:solidFill>
                    <a:schemeClr val="bg1"/>
                  </a:solidFill>
                  <a:effectLst/>
                </a:rPr>
                <a:t>02</a:t>
              </a:r>
              <a:endParaRPr lang="zh-CN" altLang="en-US" sz="4000" b="0" dirty="0">
                <a:ln w="1270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924028" y="3499210"/>
            <a:ext cx="1299728" cy="1160772"/>
            <a:chOff x="1991991" y="3757222"/>
            <a:chExt cx="1501200" cy="1500230"/>
          </a:xfrm>
        </p:grpSpPr>
        <p:sp>
          <p:nvSpPr>
            <p:cNvPr id="38" name="Freeform 5"/>
            <p:cNvSpPr>
              <a:spLocks/>
            </p:cNvSpPr>
            <p:nvPr/>
          </p:nvSpPr>
          <p:spPr bwMode="auto">
            <a:xfrm rot="10800000">
              <a:off x="1991991" y="3757222"/>
              <a:ext cx="1501200" cy="150023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29000">
                    <a:srgbClr val="E0E0E0"/>
                  </a:gs>
                  <a:gs pos="0">
                    <a:schemeClr val="bg1">
                      <a:lumMod val="65000"/>
                    </a:schemeClr>
                  </a:gs>
                  <a:gs pos="83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355600" dist="88900" dir="2700000" algn="tl" rotWithShape="0">
                <a:prstClr val="black">
                  <a:alpha val="3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5"/>
            <p:cNvSpPr>
              <a:spLocks/>
            </p:cNvSpPr>
            <p:nvPr/>
          </p:nvSpPr>
          <p:spPr bwMode="auto">
            <a:xfrm rot="10800000">
              <a:off x="2159391" y="3923804"/>
              <a:ext cx="1166400" cy="1167066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0" name="TextBox 12"/>
            <p:cNvSpPr txBox="1"/>
            <p:nvPr/>
          </p:nvSpPr>
          <p:spPr>
            <a:xfrm>
              <a:off x="2423875" y="4138004"/>
              <a:ext cx="637430" cy="699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000" b="0" dirty="0">
                  <a:ln w="12700">
                    <a:noFill/>
                  </a:ln>
                  <a:solidFill>
                    <a:schemeClr val="bg1"/>
                  </a:solidFill>
                  <a:effectLst/>
                </a:rPr>
                <a:t>03</a:t>
              </a:r>
              <a:endParaRPr lang="zh-CN" altLang="en-US" sz="4000" b="0" dirty="0">
                <a:ln w="1270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429210" y="2451601"/>
            <a:ext cx="743190" cy="664458"/>
            <a:chOff x="3099566" y="2962000"/>
            <a:chExt cx="755664" cy="756000"/>
          </a:xfrm>
        </p:grpSpPr>
        <p:sp>
          <p:nvSpPr>
            <p:cNvPr id="31" name="Freeform 5"/>
            <p:cNvSpPr>
              <a:spLocks/>
            </p:cNvSpPr>
            <p:nvPr/>
          </p:nvSpPr>
          <p:spPr bwMode="auto">
            <a:xfrm rot="10800000">
              <a:off x="3099566" y="2962000"/>
              <a:ext cx="755664" cy="75600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KSO_Shape"/>
            <p:cNvSpPr>
              <a:spLocks/>
            </p:cNvSpPr>
            <p:nvPr/>
          </p:nvSpPr>
          <p:spPr bwMode="auto">
            <a:xfrm>
              <a:off x="3289471" y="3178070"/>
              <a:ext cx="375854" cy="323860"/>
            </a:xfrm>
            <a:custGeom>
              <a:avLst/>
              <a:gdLst>
                <a:gd name="T0" fmla="*/ 838518 w 3856038"/>
                <a:gd name="T1" fmla="*/ 3035936 h 3319463"/>
                <a:gd name="T2" fmla="*/ 807086 w 3856038"/>
                <a:gd name="T3" fmla="*/ 3078481 h 3319463"/>
                <a:gd name="T4" fmla="*/ 345758 w 3856038"/>
                <a:gd name="T5" fmla="*/ 3083244 h 3319463"/>
                <a:gd name="T6" fmla="*/ 306705 w 3856038"/>
                <a:gd name="T7" fmla="*/ 3047684 h 3319463"/>
                <a:gd name="T8" fmla="*/ 1938189 w 3856038"/>
                <a:gd name="T9" fmla="*/ 1874411 h 3319463"/>
                <a:gd name="T10" fmla="*/ 2032113 w 3856038"/>
                <a:gd name="T11" fmla="*/ 1927728 h 3319463"/>
                <a:gd name="T12" fmla="*/ 2127625 w 3856038"/>
                <a:gd name="T13" fmla="*/ 1936931 h 3319463"/>
                <a:gd name="T14" fmla="*/ 2209174 w 3856038"/>
                <a:gd name="T15" fmla="*/ 1913446 h 3319463"/>
                <a:gd name="T16" fmla="*/ 2208222 w 3856038"/>
                <a:gd name="T17" fmla="*/ 3063251 h 3319463"/>
                <a:gd name="T18" fmla="*/ 2159673 w 3856038"/>
                <a:gd name="T19" fmla="*/ 3086101 h 3319463"/>
                <a:gd name="T20" fmla="*/ 1703060 w 3856038"/>
                <a:gd name="T21" fmla="*/ 3067694 h 3319463"/>
                <a:gd name="T22" fmla="*/ 1684338 w 3856038"/>
                <a:gd name="T23" fmla="*/ 1620838 h 3319463"/>
                <a:gd name="T24" fmla="*/ 1517659 w 3856038"/>
                <a:gd name="T25" fmla="*/ 3063249 h 3319463"/>
                <a:gd name="T26" fmla="*/ 1469110 w 3856038"/>
                <a:gd name="T27" fmla="*/ 3086100 h 3319463"/>
                <a:gd name="T28" fmla="*/ 1012179 w 3856038"/>
                <a:gd name="T29" fmla="*/ 3067693 h 3319463"/>
                <a:gd name="T30" fmla="*/ 993775 w 3856038"/>
                <a:gd name="T31" fmla="*/ 2030516 h 3319463"/>
                <a:gd name="T32" fmla="*/ 2903512 w 3856038"/>
                <a:gd name="T33" fmla="*/ 3058483 h 3319463"/>
                <a:gd name="T34" fmla="*/ 2858002 w 3856038"/>
                <a:gd name="T35" fmla="*/ 3085784 h 3319463"/>
                <a:gd name="T36" fmla="*/ 2397814 w 3856038"/>
                <a:gd name="T37" fmla="*/ 3071816 h 3319463"/>
                <a:gd name="T38" fmla="*/ 2374900 w 3856038"/>
                <a:gd name="T39" fmla="*/ 3023247 h 3319463"/>
                <a:gd name="T40" fmla="*/ 3393565 w 3856038"/>
                <a:gd name="T41" fmla="*/ 829618 h 3319463"/>
                <a:gd name="T42" fmla="*/ 3441797 w 3856038"/>
                <a:gd name="T43" fmla="*/ 916284 h 3319463"/>
                <a:gd name="T44" fmla="*/ 3518904 w 3856038"/>
                <a:gd name="T45" fmla="*/ 976601 h 3319463"/>
                <a:gd name="T46" fmla="*/ 3605213 w 3856038"/>
                <a:gd name="T47" fmla="*/ 3023244 h 3319463"/>
                <a:gd name="T48" fmla="*/ 3582367 w 3856038"/>
                <a:gd name="T49" fmla="*/ 3071815 h 3319463"/>
                <a:gd name="T50" fmla="*/ 3123532 w 3856038"/>
                <a:gd name="T51" fmla="*/ 3085783 h 3319463"/>
                <a:gd name="T52" fmla="*/ 3077839 w 3856038"/>
                <a:gd name="T53" fmla="*/ 3058481 h 3319463"/>
                <a:gd name="T54" fmla="*/ 3032368 w 3856038"/>
                <a:gd name="T55" fmla="*/ 0 h 3319463"/>
                <a:gd name="T56" fmla="*/ 3669057 w 3856038"/>
                <a:gd name="T57" fmla="*/ 6984 h 3319463"/>
                <a:gd name="T58" fmla="*/ 3714445 w 3856038"/>
                <a:gd name="T59" fmla="*/ 35552 h 3319463"/>
                <a:gd name="T60" fmla="*/ 3742692 w 3856038"/>
                <a:gd name="T61" fmla="*/ 80308 h 3319463"/>
                <a:gd name="T62" fmla="*/ 3749358 w 3856038"/>
                <a:gd name="T63" fmla="*/ 717377 h 3319463"/>
                <a:gd name="T64" fmla="*/ 3735075 w 3856038"/>
                <a:gd name="T65" fmla="*/ 769117 h 3319463"/>
                <a:gd name="T66" fmla="*/ 3700797 w 3856038"/>
                <a:gd name="T67" fmla="*/ 808795 h 3319463"/>
                <a:gd name="T68" fmla="*/ 3652870 w 3856038"/>
                <a:gd name="T69" fmla="*/ 830698 h 3319463"/>
                <a:gd name="T70" fmla="*/ 3597644 w 3856038"/>
                <a:gd name="T71" fmla="*/ 829110 h 3319463"/>
                <a:gd name="T72" fmla="*/ 3550670 w 3856038"/>
                <a:gd name="T73" fmla="*/ 804986 h 3319463"/>
                <a:gd name="T74" fmla="*/ 3518296 w 3856038"/>
                <a:gd name="T75" fmla="*/ 764039 h 3319463"/>
                <a:gd name="T76" fmla="*/ 3506552 w 3856038"/>
                <a:gd name="T77" fmla="*/ 711346 h 3319463"/>
                <a:gd name="T78" fmla="*/ 2155095 w 3856038"/>
                <a:gd name="T79" fmla="*/ 1756621 h 3319463"/>
                <a:gd name="T80" fmla="*/ 2103678 w 3856038"/>
                <a:gd name="T81" fmla="*/ 1768049 h 3319463"/>
                <a:gd name="T82" fmla="*/ 2052577 w 3856038"/>
                <a:gd name="T83" fmla="*/ 1756621 h 3319463"/>
                <a:gd name="T84" fmla="*/ 207257 w 3856038"/>
                <a:gd name="T85" fmla="*/ 2594619 h 3319463"/>
                <a:gd name="T86" fmla="*/ 161553 w 3856038"/>
                <a:gd name="T87" fmla="*/ 2623505 h 3319463"/>
                <a:gd name="T88" fmla="*/ 109818 w 3856038"/>
                <a:gd name="T89" fmla="*/ 2629853 h 3319463"/>
                <a:gd name="T90" fmla="*/ 59670 w 3856038"/>
                <a:gd name="T91" fmla="*/ 2613665 h 3319463"/>
                <a:gd name="T92" fmla="*/ 19996 w 3856038"/>
                <a:gd name="T93" fmla="*/ 2575574 h 3319463"/>
                <a:gd name="T94" fmla="*/ 952 w 3856038"/>
                <a:gd name="T95" fmla="*/ 2526056 h 3319463"/>
                <a:gd name="T96" fmla="*/ 5078 w 3856038"/>
                <a:gd name="T97" fmla="*/ 2473998 h 3319463"/>
                <a:gd name="T98" fmla="*/ 31105 w 3856038"/>
                <a:gd name="T99" fmla="*/ 2427337 h 3319463"/>
                <a:gd name="T100" fmla="*/ 1492697 w 3856038"/>
                <a:gd name="T101" fmla="*/ 975760 h 3319463"/>
                <a:gd name="T102" fmla="*/ 1543797 w 3856038"/>
                <a:gd name="T103" fmla="*/ 964333 h 3319463"/>
                <a:gd name="T104" fmla="*/ 1595215 w 3856038"/>
                <a:gd name="T105" fmla="*/ 975760 h 3319463"/>
                <a:gd name="T106" fmla="*/ 3334526 w 3856038"/>
                <a:gd name="T107" fmla="*/ 243464 h 3319463"/>
                <a:gd name="T108" fmla="*/ 2991107 w 3856038"/>
                <a:gd name="T109" fmla="*/ 233624 h 3319463"/>
                <a:gd name="T110" fmla="*/ 2948576 w 3856038"/>
                <a:gd name="T111" fmla="*/ 203151 h 3319463"/>
                <a:gd name="T112" fmla="*/ 2922550 w 3856038"/>
                <a:gd name="T113" fmla="*/ 157760 h 3319463"/>
                <a:gd name="T114" fmla="*/ 2918424 w 3856038"/>
                <a:gd name="T115" fmla="*/ 102845 h 3319463"/>
                <a:gd name="T116" fmla="*/ 2937468 w 3856038"/>
                <a:gd name="T117" fmla="*/ 53645 h 3319463"/>
                <a:gd name="T118" fmla="*/ 2975555 w 3856038"/>
                <a:gd name="T119" fmla="*/ 17459 h 3319463"/>
                <a:gd name="T120" fmla="*/ 3026338 w 3856038"/>
                <a:gd name="T121" fmla="*/ 318 h 3319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56038" h="3319463">
                  <a:moveTo>
                    <a:pt x="50800" y="3187700"/>
                  </a:moveTo>
                  <a:lnTo>
                    <a:pt x="3856038" y="3187700"/>
                  </a:lnTo>
                  <a:lnTo>
                    <a:pt x="3856038" y="3319463"/>
                  </a:lnTo>
                  <a:lnTo>
                    <a:pt x="50800" y="3319463"/>
                  </a:lnTo>
                  <a:lnTo>
                    <a:pt x="50800" y="3187700"/>
                  </a:lnTo>
                  <a:close/>
                  <a:moveTo>
                    <a:pt x="839788" y="2182813"/>
                  </a:moveTo>
                  <a:lnTo>
                    <a:pt x="839788" y="3023236"/>
                  </a:lnTo>
                  <a:lnTo>
                    <a:pt x="839471" y="3029586"/>
                  </a:lnTo>
                  <a:lnTo>
                    <a:pt x="838518" y="3035936"/>
                  </a:lnTo>
                  <a:lnTo>
                    <a:pt x="837248" y="3041969"/>
                  </a:lnTo>
                  <a:lnTo>
                    <a:pt x="834708" y="3047684"/>
                  </a:lnTo>
                  <a:lnTo>
                    <a:pt x="832486" y="3053399"/>
                  </a:lnTo>
                  <a:lnTo>
                    <a:pt x="829311" y="3058479"/>
                  </a:lnTo>
                  <a:lnTo>
                    <a:pt x="825501" y="3063241"/>
                  </a:lnTo>
                  <a:lnTo>
                    <a:pt x="821373" y="3067686"/>
                  </a:lnTo>
                  <a:lnTo>
                    <a:pt x="816928" y="3071814"/>
                  </a:lnTo>
                  <a:lnTo>
                    <a:pt x="812166" y="3075306"/>
                  </a:lnTo>
                  <a:lnTo>
                    <a:pt x="807086" y="3078481"/>
                  </a:lnTo>
                  <a:lnTo>
                    <a:pt x="801688" y="3081339"/>
                  </a:lnTo>
                  <a:lnTo>
                    <a:pt x="795656" y="3083244"/>
                  </a:lnTo>
                  <a:lnTo>
                    <a:pt x="789623" y="3084831"/>
                  </a:lnTo>
                  <a:lnTo>
                    <a:pt x="783591" y="3085784"/>
                  </a:lnTo>
                  <a:lnTo>
                    <a:pt x="777241" y="3086101"/>
                  </a:lnTo>
                  <a:lnTo>
                    <a:pt x="364173" y="3086101"/>
                  </a:lnTo>
                  <a:lnTo>
                    <a:pt x="357823" y="3085784"/>
                  </a:lnTo>
                  <a:lnTo>
                    <a:pt x="351473" y="3084831"/>
                  </a:lnTo>
                  <a:lnTo>
                    <a:pt x="345758" y="3083244"/>
                  </a:lnTo>
                  <a:lnTo>
                    <a:pt x="339725" y="3081339"/>
                  </a:lnTo>
                  <a:lnTo>
                    <a:pt x="334328" y="3078481"/>
                  </a:lnTo>
                  <a:lnTo>
                    <a:pt x="329248" y="3075306"/>
                  </a:lnTo>
                  <a:lnTo>
                    <a:pt x="324485" y="3071814"/>
                  </a:lnTo>
                  <a:lnTo>
                    <a:pt x="320040" y="3067686"/>
                  </a:lnTo>
                  <a:lnTo>
                    <a:pt x="315595" y="3063241"/>
                  </a:lnTo>
                  <a:lnTo>
                    <a:pt x="312103" y="3058479"/>
                  </a:lnTo>
                  <a:lnTo>
                    <a:pt x="308928" y="3053399"/>
                  </a:lnTo>
                  <a:lnTo>
                    <a:pt x="306705" y="3047684"/>
                  </a:lnTo>
                  <a:lnTo>
                    <a:pt x="304165" y="3041969"/>
                  </a:lnTo>
                  <a:lnTo>
                    <a:pt x="302578" y="3035936"/>
                  </a:lnTo>
                  <a:lnTo>
                    <a:pt x="301943" y="3029586"/>
                  </a:lnTo>
                  <a:lnTo>
                    <a:pt x="301625" y="3023236"/>
                  </a:lnTo>
                  <a:lnTo>
                    <a:pt x="301625" y="2721293"/>
                  </a:lnTo>
                  <a:lnTo>
                    <a:pt x="839788" y="2182813"/>
                  </a:lnTo>
                  <a:close/>
                  <a:moveTo>
                    <a:pt x="1684338" y="1620838"/>
                  </a:moveTo>
                  <a:lnTo>
                    <a:pt x="1929304" y="1865842"/>
                  </a:lnTo>
                  <a:lnTo>
                    <a:pt x="1938189" y="1874411"/>
                  </a:lnTo>
                  <a:lnTo>
                    <a:pt x="1947708" y="1882345"/>
                  </a:lnTo>
                  <a:lnTo>
                    <a:pt x="1957227" y="1889644"/>
                  </a:lnTo>
                  <a:lnTo>
                    <a:pt x="1967064" y="1896944"/>
                  </a:lnTo>
                  <a:lnTo>
                    <a:pt x="1977218" y="1903291"/>
                  </a:lnTo>
                  <a:lnTo>
                    <a:pt x="1987690" y="1909003"/>
                  </a:lnTo>
                  <a:lnTo>
                    <a:pt x="1998478" y="1914716"/>
                  </a:lnTo>
                  <a:lnTo>
                    <a:pt x="2009267" y="1919476"/>
                  </a:lnTo>
                  <a:lnTo>
                    <a:pt x="2020690" y="1923602"/>
                  </a:lnTo>
                  <a:lnTo>
                    <a:pt x="2032113" y="1927728"/>
                  </a:lnTo>
                  <a:lnTo>
                    <a:pt x="2043537" y="1930901"/>
                  </a:lnTo>
                  <a:lnTo>
                    <a:pt x="2055277" y="1933440"/>
                  </a:lnTo>
                  <a:lnTo>
                    <a:pt x="2067335" y="1935344"/>
                  </a:lnTo>
                  <a:lnTo>
                    <a:pt x="2079393" y="1936931"/>
                  </a:lnTo>
                  <a:lnTo>
                    <a:pt x="2091768" y="1937883"/>
                  </a:lnTo>
                  <a:lnTo>
                    <a:pt x="2103826" y="1938201"/>
                  </a:lnTo>
                  <a:lnTo>
                    <a:pt x="2111759" y="1937883"/>
                  </a:lnTo>
                  <a:lnTo>
                    <a:pt x="2119692" y="1937566"/>
                  </a:lnTo>
                  <a:lnTo>
                    <a:pt x="2127625" y="1936931"/>
                  </a:lnTo>
                  <a:lnTo>
                    <a:pt x="2135240" y="1935979"/>
                  </a:lnTo>
                  <a:lnTo>
                    <a:pt x="2142856" y="1934710"/>
                  </a:lnTo>
                  <a:lnTo>
                    <a:pt x="2150788" y="1933440"/>
                  </a:lnTo>
                  <a:lnTo>
                    <a:pt x="2158404" y="1931536"/>
                  </a:lnTo>
                  <a:lnTo>
                    <a:pt x="2165702" y="1929949"/>
                  </a:lnTo>
                  <a:lnTo>
                    <a:pt x="2173318" y="1927728"/>
                  </a:lnTo>
                  <a:lnTo>
                    <a:pt x="2180299" y="1925189"/>
                  </a:lnTo>
                  <a:lnTo>
                    <a:pt x="2194895" y="1919794"/>
                  </a:lnTo>
                  <a:lnTo>
                    <a:pt x="2209174" y="1913446"/>
                  </a:lnTo>
                  <a:lnTo>
                    <a:pt x="2222501" y="1906782"/>
                  </a:lnTo>
                  <a:lnTo>
                    <a:pt x="2222501" y="3023263"/>
                  </a:lnTo>
                  <a:lnTo>
                    <a:pt x="2222501" y="3029611"/>
                  </a:lnTo>
                  <a:lnTo>
                    <a:pt x="2221232" y="3035958"/>
                  </a:lnTo>
                  <a:lnTo>
                    <a:pt x="2219645" y="3041988"/>
                  </a:lnTo>
                  <a:lnTo>
                    <a:pt x="2217742" y="3047700"/>
                  </a:lnTo>
                  <a:lnTo>
                    <a:pt x="2214886" y="3053413"/>
                  </a:lnTo>
                  <a:lnTo>
                    <a:pt x="2211713" y="3058491"/>
                  </a:lnTo>
                  <a:lnTo>
                    <a:pt x="2208222" y="3063251"/>
                  </a:lnTo>
                  <a:lnTo>
                    <a:pt x="2204414" y="3067694"/>
                  </a:lnTo>
                  <a:lnTo>
                    <a:pt x="2199655" y="3071820"/>
                  </a:lnTo>
                  <a:lnTo>
                    <a:pt x="2194895" y="3075311"/>
                  </a:lnTo>
                  <a:lnTo>
                    <a:pt x="2189818" y="3078484"/>
                  </a:lnTo>
                  <a:lnTo>
                    <a:pt x="2184424" y="3081341"/>
                  </a:lnTo>
                  <a:lnTo>
                    <a:pt x="2178712" y="3083245"/>
                  </a:lnTo>
                  <a:lnTo>
                    <a:pt x="2172366" y="3084832"/>
                  </a:lnTo>
                  <a:lnTo>
                    <a:pt x="2166654" y="3085784"/>
                  </a:lnTo>
                  <a:lnTo>
                    <a:pt x="2159673" y="3086101"/>
                  </a:lnTo>
                  <a:lnTo>
                    <a:pt x="1747166" y="3086101"/>
                  </a:lnTo>
                  <a:lnTo>
                    <a:pt x="1740820" y="3085784"/>
                  </a:lnTo>
                  <a:lnTo>
                    <a:pt x="1734474" y="3084832"/>
                  </a:lnTo>
                  <a:lnTo>
                    <a:pt x="1728445" y="3083245"/>
                  </a:lnTo>
                  <a:lnTo>
                    <a:pt x="1723050" y="3081341"/>
                  </a:lnTo>
                  <a:lnTo>
                    <a:pt x="1717656" y="3078484"/>
                  </a:lnTo>
                  <a:lnTo>
                    <a:pt x="1712579" y="3075311"/>
                  </a:lnTo>
                  <a:lnTo>
                    <a:pt x="1707185" y="3071820"/>
                  </a:lnTo>
                  <a:lnTo>
                    <a:pt x="1703060" y="3067694"/>
                  </a:lnTo>
                  <a:lnTo>
                    <a:pt x="1698935" y="3063251"/>
                  </a:lnTo>
                  <a:lnTo>
                    <a:pt x="1695444" y="3058491"/>
                  </a:lnTo>
                  <a:lnTo>
                    <a:pt x="1692271" y="3053413"/>
                  </a:lnTo>
                  <a:lnTo>
                    <a:pt x="1689415" y="3047700"/>
                  </a:lnTo>
                  <a:lnTo>
                    <a:pt x="1687511" y="3041988"/>
                  </a:lnTo>
                  <a:lnTo>
                    <a:pt x="1685925" y="3035958"/>
                  </a:lnTo>
                  <a:lnTo>
                    <a:pt x="1684973" y="3029611"/>
                  </a:lnTo>
                  <a:lnTo>
                    <a:pt x="1684338" y="3023263"/>
                  </a:lnTo>
                  <a:lnTo>
                    <a:pt x="1684338" y="1620838"/>
                  </a:lnTo>
                  <a:close/>
                  <a:moveTo>
                    <a:pt x="1531938" y="1492251"/>
                  </a:moveTo>
                  <a:lnTo>
                    <a:pt x="1531938" y="3023260"/>
                  </a:lnTo>
                  <a:lnTo>
                    <a:pt x="1531304" y="3029608"/>
                  </a:lnTo>
                  <a:lnTo>
                    <a:pt x="1530669" y="3035955"/>
                  </a:lnTo>
                  <a:lnTo>
                    <a:pt x="1529082" y="3041985"/>
                  </a:lnTo>
                  <a:lnTo>
                    <a:pt x="1527178" y="3047698"/>
                  </a:lnTo>
                  <a:lnTo>
                    <a:pt x="1524323" y="3053411"/>
                  </a:lnTo>
                  <a:lnTo>
                    <a:pt x="1521150" y="3058489"/>
                  </a:lnTo>
                  <a:lnTo>
                    <a:pt x="1517659" y="3063249"/>
                  </a:lnTo>
                  <a:lnTo>
                    <a:pt x="1513217" y="3067693"/>
                  </a:lnTo>
                  <a:lnTo>
                    <a:pt x="1509092" y="3071818"/>
                  </a:lnTo>
                  <a:lnTo>
                    <a:pt x="1504332" y="3075309"/>
                  </a:lnTo>
                  <a:lnTo>
                    <a:pt x="1498938" y="3078483"/>
                  </a:lnTo>
                  <a:lnTo>
                    <a:pt x="1493543" y="3081340"/>
                  </a:lnTo>
                  <a:lnTo>
                    <a:pt x="1487514" y="3083244"/>
                  </a:lnTo>
                  <a:lnTo>
                    <a:pt x="1481803" y="3084831"/>
                  </a:lnTo>
                  <a:lnTo>
                    <a:pt x="1475456" y="3085783"/>
                  </a:lnTo>
                  <a:lnTo>
                    <a:pt x="1469110" y="3086100"/>
                  </a:lnTo>
                  <a:lnTo>
                    <a:pt x="1056286" y="3086100"/>
                  </a:lnTo>
                  <a:lnTo>
                    <a:pt x="1050257" y="3085783"/>
                  </a:lnTo>
                  <a:lnTo>
                    <a:pt x="1043911" y="3084831"/>
                  </a:lnTo>
                  <a:lnTo>
                    <a:pt x="1037882" y="3083244"/>
                  </a:lnTo>
                  <a:lnTo>
                    <a:pt x="1031853" y="3081340"/>
                  </a:lnTo>
                  <a:lnTo>
                    <a:pt x="1026776" y="3078483"/>
                  </a:lnTo>
                  <a:lnTo>
                    <a:pt x="1021381" y="3075309"/>
                  </a:lnTo>
                  <a:lnTo>
                    <a:pt x="1016622" y="3071818"/>
                  </a:lnTo>
                  <a:lnTo>
                    <a:pt x="1012179" y="3067693"/>
                  </a:lnTo>
                  <a:lnTo>
                    <a:pt x="1008372" y="3063249"/>
                  </a:lnTo>
                  <a:lnTo>
                    <a:pt x="1004246" y="3058489"/>
                  </a:lnTo>
                  <a:lnTo>
                    <a:pt x="1001391" y="3053411"/>
                  </a:lnTo>
                  <a:lnTo>
                    <a:pt x="998852" y="3047698"/>
                  </a:lnTo>
                  <a:lnTo>
                    <a:pt x="996631" y="3041985"/>
                  </a:lnTo>
                  <a:lnTo>
                    <a:pt x="995044" y="3035955"/>
                  </a:lnTo>
                  <a:lnTo>
                    <a:pt x="994092" y="3029608"/>
                  </a:lnTo>
                  <a:lnTo>
                    <a:pt x="993775" y="3023260"/>
                  </a:lnTo>
                  <a:lnTo>
                    <a:pt x="993775" y="2030516"/>
                  </a:lnTo>
                  <a:lnTo>
                    <a:pt x="1531938" y="1492251"/>
                  </a:lnTo>
                  <a:close/>
                  <a:moveTo>
                    <a:pt x="2914650" y="1230313"/>
                  </a:moveTo>
                  <a:lnTo>
                    <a:pt x="2914650" y="3023247"/>
                  </a:lnTo>
                  <a:lnTo>
                    <a:pt x="2914014" y="3029596"/>
                  </a:lnTo>
                  <a:lnTo>
                    <a:pt x="2913059" y="3035945"/>
                  </a:lnTo>
                  <a:lnTo>
                    <a:pt x="2911468" y="3041976"/>
                  </a:lnTo>
                  <a:lnTo>
                    <a:pt x="2909240" y="3047690"/>
                  </a:lnTo>
                  <a:lnTo>
                    <a:pt x="2906694" y="3053404"/>
                  </a:lnTo>
                  <a:lnTo>
                    <a:pt x="2903512" y="3058483"/>
                  </a:lnTo>
                  <a:lnTo>
                    <a:pt x="2900011" y="3063245"/>
                  </a:lnTo>
                  <a:lnTo>
                    <a:pt x="2895874" y="3067689"/>
                  </a:lnTo>
                  <a:lnTo>
                    <a:pt x="2891736" y="3071816"/>
                  </a:lnTo>
                  <a:lnTo>
                    <a:pt x="2886326" y="3075308"/>
                  </a:lnTo>
                  <a:lnTo>
                    <a:pt x="2881234" y="3078482"/>
                  </a:lnTo>
                  <a:lnTo>
                    <a:pt x="2875824" y="3081340"/>
                  </a:lnTo>
                  <a:lnTo>
                    <a:pt x="2870414" y="3083244"/>
                  </a:lnTo>
                  <a:lnTo>
                    <a:pt x="2864367" y="3084831"/>
                  </a:lnTo>
                  <a:lnTo>
                    <a:pt x="2858002" y="3085784"/>
                  </a:lnTo>
                  <a:lnTo>
                    <a:pt x="2851637" y="3086101"/>
                  </a:lnTo>
                  <a:lnTo>
                    <a:pt x="2437914" y="3086101"/>
                  </a:lnTo>
                  <a:lnTo>
                    <a:pt x="2430912" y="3085784"/>
                  </a:lnTo>
                  <a:lnTo>
                    <a:pt x="2425184" y="3084831"/>
                  </a:lnTo>
                  <a:lnTo>
                    <a:pt x="2418819" y="3083244"/>
                  </a:lnTo>
                  <a:lnTo>
                    <a:pt x="2413090" y="3081340"/>
                  </a:lnTo>
                  <a:lnTo>
                    <a:pt x="2407680" y="3078482"/>
                  </a:lnTo>
                  <a:lnTo>
                    <a:pt x="2402588" y="3075308"/>
                  </a:lnTo>
                  <a:lnTo>
                    <a:pt x="2397814" y="3071816"/>
                  </a:lnTo>
                  <a:lnTo>
                    <a:pt x="2393040" y="3067689"/>
                  </a:lnTo>
                  <a:lnTo>
                    <a:pt x="2389221" y="3063245"/>
                  </a:lnTo>
                  <a:lnTo>
                    <a:pt x="2385721" y="3058483"/>
                  </a:lnTo>
                  <a:lnTo>
                    <a:pt x="2382538" y="3053404"/>
                  </a:lnTo>
                  <a:lnTo>
                    <a:pt x="2379674" y="3047690"/>
                  </a:lnTo>
                  <a:lnTo>
                    <a:pt x="2377764" y="3041976"/>
                  </a:lnTo>
                  <a:lnTo>
                    <a:pt x="2376173" y="3035945"/>
                  </a:lnTo>
                  <a:lnTo>
                    <a:pt x="2374900" y="3029596"/>
                  </a:lnTo>
                  <a:lnTo>
                    <a:pt x="2374900" y="3023247"/>
                  </a:lnTo>
                  <a:lnTo>
                    <a:pt x="2374900" y="1768701"/>
                  </a:lnTo>
                  <a:lnTo>
                    <a:pt x="2914650" y="1230313"/>
                  </a:lnTo>
                  <a:close/>
                  <a:moveTo>
                    <a:pt x="3382142" y="762000"/>
                  </a:moveTo>
                  <a:lnTo>
                    <a:pt x="3382777" y="774063"/>
                  </a:lnTo>
                  <a:lnTo>
                    <a:pt x="3384046" y="785492"/>
                  </a:lnTo>
                  <a:lnTo>
                    <a:pt x="3385633" y="796920"/>
                  </a:lnTo>
                  <a:lnTo>
                    <a:pt x="3387536" y="808031"/>
                  </a:lnTo>
                  <a:lnTo>
                    <a:pt x="3390392" y="818825"/>
                  </a:lnTo>
                  <a:lnTo>
                    <a:pt x="3393565" y="829618"/>
                  </a:lnTo>
                  <a:lnTo>
                    <a:pt x="3397056" y="840094"/>
                  </a:lnTo>
                  <a:lnTo>
                    <a:pt x="3401181" y="850888"/>
                  </a:lnTo>
                  <a:lnTo>
                    <a:pt x="3405623" y="860729"/>
                  </a:lnTo>
                  <a:lnTo>
                    <a:pt x="3410383" y="870570"/>
                  </a:lnTo>
                  <a:lnTo>
                    <a:pt x="3416095" y="880411"/>
                  </a:lnTo>
                  <a:lnTo>
                    <a:pt x="3421806" y="889935"/>
                  </a:lnTo>
                  <a:lnTo>
                    <a:pt x="3427835" y="899141"/>
                  </a:lnTo>
                  <a:lnTo>
                    <a:pt x="3434499" y="907713"/>
                  </a:lnTo>
                  <a:lnTo>
                    <a:pt x="3441797" y="916284"/>
                  </a:lnTo>
                  <a:lnTo>
                    <a:pt x="3448778" y="924220"/>
                  </a:lnTo>
                  <a:lnTo>
                    <a:pt x="3456711" y="932157"/>
                  </a:lnTo>
                  <a:lnTo>
                    <a:pt x="3464644" y="939776"/>
                  </a:lnTo>
                  <a:lnTo>
                    <a:pt x="3472894" y="946760"/>
                  </a:lnTo>
                  <a:lnTo>
                    <a:pt x="3481461" y="953426"/>
                  </a:lnTo>
                  <a:lnTo>
                    <a:pt x="3490663" y="960093"/>
                  </a:lnTo>
                  <a:lnTo>
                    <a:pt x="3499548" y="966125"/>
                  </a:lnTo>
                  <a:lnTo>
                    <a:pt x="3509067" y="971521"/>
                  </a:lnTo>
                  <a:lnTo>
                    <a:pt x="3518904" y="976601"/>
                  </a:lnTo>
                  <a:lnTo>
                    <a:pt x="3529058" y="981363"/>
                  </a:lnTo>
                  <a:lnTo>
                    <a:pt x="3539529" y="985807"/>
                  </a:lnTo>
                  <a:lnTo>
                    <a:pt x="3549683" y="989616"/>
                  </a:lnTo>
                  <a:lnTo>
                    <a:pt x="3560155" y="992791"/>
                  </a:lnTo>
                  <a:lnTo>
                    <a:pt x="3571261" y="995966"/>
                  </a:lnTo>
                  <a:lnTo>
                    <a:pt x="3582367" y="998505"/>
                  </a:lnTo>
                  <a:lnTo>
                    <a:pt x="3593790" y="1000093"/>
                  </a:lnTo>
                  <a:lnTo>
                    <a:pt x="3605213" y="1001680"/>
                  </a:lnTo>
                  <a:lnTo>
                    <a:pt x="3605213" y="3023244"/>
                  </a:lnTo>
                  <a:lnTo>
                    <a:pt x="3604896" y="3029593"/>
                  </a:lnTo>
                  <a:lnTo>
                    <a:pt x="3603944" y="3035942"/>
                  </a:lnTo>
                  <a:lnTo>
                    <a:pt x="3602357" y="3041974"/>
                  </a:lnTo>
                  <a:lnTo>
                    <a:pt x="3600136" y="3047688"/>
                  </a:lnTo>
                  <a:lnTo>
                    <a:pt x="3597598" y="3053402"/>
                  </a:lnTo>
                  <a:lnTo>
                    <a:pt x="3594425" y="3058481"/>
                  </a:lnTo>
                  <a:lnTo>
                    <a:pt x="3590617" y="3063243"/>
                  </a:lnTo>
                  <a:lnTo>
                    <a:pt x="3586809" y="3067688"/>
                  </a:lnTo>
                  <a:lnTo>
                    <a:pt x="3582367" y="3071815"/>
                  </a:lnTo>
                  <a:lnTo>
                    <a:pt x="3577607" y="3075307"/>
                  </a:lnTo>
                  <a:lnTo>
                    <a:pt x="3572213" y="3078481"/>
                  </a:lnTo>
                  <a:lnTo>
                    <a:pt x="3567136" y="3081338"/>
                  </a:lnTo>
                  <a:lnTo>
                    <a:pt x="3561107" y="3083243"/>
                  </a:lnTo>
                  <a:lnTo>
                    <a:pt x="3555078" y="3084830"/>
                  </a:lnTo>
                  <a:lnTo>
                    <a:pt x="3548732" y="3085783"/>
                  </a:lnTo>
                  <a:lnTo>
                    <a:pt x="3542703" y="3086100"/>
                  </a:lnTo>
                  <a:lnTo>
                    <a:pt x="3129878" y="3086100"/>
                  </a:lnTo>
                  <a:lnTo>
                    <a:pt x="3123532" y="3085783"/>
                  </a:lnTo>
                  <a:lnTo>
                    <a:pt x="3117186" y="3084830"/>
                  </a:lnTo>
                  <a:lnTo>
                    <a:pt x="3111474" y="3083243"/>
                  </a:lnTo>
                  <a:lnTo>
                    <a:pt x="3105445" y="3081338"/>
                  </a:lnTo>
                  <a:lnTo>
                    <a:pt x="3099733" y="3078481"/>
                  </a:lnTo>
                  <a:lnTo>
                    <a:pt x="3094656" y="3075307"/>
                  </a:lnTo>
                  <a:lnTo>
                    <a:pt x="3089897" y="3071815"/>
                  </a:lnTo>
                  <a:lnTo>
                    <a:pt x="3085454" y="3067688"/>
                  </a:lnTo>
                  <a:lnTo>
                    <a:pt x="3081329" y="3063243"/>
                  </a:lnTo>
                  <a:lnTo>
                    <a:pt x="3077839" y="3058481"/>
                  </a:lnTo>
                  <a:lnTo>
                    <a:pt x="3074666" y="3053402"/>
                  </a:lnTo>
                  <a:lnTo>
                    <a:pt x="3071810" y="3047688"/>
                  </a:lnTo>
                  <a:lnTo>
                    <a:pt x="3069906" y="3041974"/>
                  </a:lnTo>
                  <a:lnTo>
                    <a:pt x="3068320" y="3035942"/>
                  </a:lnTo>
                  <a:lnTo>
                    <a:pt x="3067685" y="3029593"/>
                  </a:lnTo>
                  <a:lnTo>
                    <a:pt x="3067050" y="3023244"/>
                  </a:lnTo>
                  <a:lnTo>
                    <a:pt x="3067050" y="1077552"/>
                  </a:lnTo>
                  <a:lnTo>
                    <a:pt x="3382142" y="762000"/>
                  </a:lnTo>
                  <a:close/>
                  <a:moveTo>
                    <a:pt x="3032368" y="0"/>
                  </a:moveTo>
                  <a:lnTo>
                    <a:pt x="3038399" y="0"/>
                  </a:lnTo>
                  <a:lnTo>
                    <a:pt x="3628114" y="0"/>
                  </a:lnTo>
                  <a:lnTo>
                    <a:pt x="3634144" y="0"/>
                  </a:lnTo>
                  <a:lnTo>
                    <a:pt x="3640175" y="318"/>
                  </a:lnTo>
                  <a:lnTo>
                    <a:pt x="3646205" y="1270"/>
                  </a:lnTo>
                  <a:lnTo>
                    <a:pt x="3651918" y="2222"/>
                  </a:lnTo>
                  <a:lnTo>
                    <a:pt x="3657631" y="3492"/>
                  </a:lnTo>
                  <a:lnTo>
                    <a:pt x="3663344" y="5079"/>
                  </a:lnTo>
                  <a:lnTo>
                    <a:pt x="3669057" y="6984"/>
                  </a:lnTo>
                  <a:lnTo>
                    <a:pt x="3674453" y="9206"/>
                  </a:lnTo>
                  <a:lnTo>
                    <a:pt x="3680166" y="11428"/>
                  </a:lnTo>
                  <a:lnTo>
                    <a:pt x="3685562" y="14284"/>
                  </a:lnTo>
                  <a:lnTo>
                    <a:pt x="3690640" y="17459"/>
                  </a:lnTo>
                  <a:lnTo>
                    <a:pt x="3695718" y="20633"/>
                  </a:lnTo>
                  <a:lnTo>
                    <a:pt x="3700479" y="23807"/>
                  </a:lnTo>
                  <a:lnTo>
                    <a:pt x="3705240" y="27616"/>
                  </a:lnTo>
                  <a:lnTo>
                    <a:pt x="3710001" y="31425"/>
                  </a:lnTo>
                  <a:lnTo>
                    <a:pt x="3714445" y="35552"/>
                  </a:lnTo>
                  <a:lnTo>
                    <a:pt x="3718253" y="39678"/>
                  </a:lnTo>
                  <a:lnTo>
                    <a:pt x="3722062" y="44440"/>
                  </a:lnTo>
                  <a:lnTo>
                    <a:pt x="3725871" y="49201"/>
                  </a:lnTo>
                  <a:lnTo>
                    <a:pt x="3729362" y="53962"/>
                  </a:lnTo>
                  <a:lnTo>
                    <a:pt x="3732536" y="59041"/>
                  </a:lnTo>
                  <a:lnTo>
                    <a:pt x="3735075" y="64437"/>
                  </a:lnTo>
                  <a:lnTo>
                    <a:pt x="3737932" y="69516"/>
                  </a:lnTo>
                  <a:lnTo>
                    <a:pt x="3740471" y="74912"/>
                  </a:lnTo>
                  <a:lnTo>
                    <a:pt x="3742692" y="80308"/>
                  </a:lnTo>
                  <a:lnTo>
                    <a:pt x="3744279" y="86339"/>
                  </a:lnTo>
                  <a:lnTo>
                    <a:pt x="3745866" y="91736"/>
                  </a:lnTo>
                  <a:lnTo>
                    <a:pt x="3747453" y="97767"/>
                  </a:lnTo>
                  <a:lnTo>
                    <a:pt x="3748088" y="103798"/>
                  </a:lnTo>
                  <a:lnTo>
                    <a:pt x="3749040" y="109511"/>
                  </a:lnTo>
                  <a:lnTo>
                    <a:pt x="3749358" y="115542"/>
                  </a:lnTo>
                  <a:lnTo>
                    <a:pt x="3749675" y="121573"/>
                  </a:lnTo>
                  <a:lnTo>
                    <a:pt x="3749675" y="711346"/>
                  </a:lnTo>
                  <a:lnTo>
                    <a:pt x="3749358" y="717377"/>
                  </a:lnTo>
                  <a:lnTo>
                    <a:pt x="3749040" y="723726"/>
                  </a:lnTo>
                  <a:lnTo>
                    <a:pt x="3748088" y="729757"/>
                  </a:lnTo>
                  <a:lnTo>
                    <a:pt x="3747453" y="735788"/>
                  </a:lnTo>
                  <a:lnTo>
                    <a:pt x="3745866" y="741819"/>
                  </a:lnTo>
                  <a:lnTo>
                    <a:pt x="3744279" y="747215"/>
                  </a:lnTo>
                  <a:lnTo>
                    <a:pt x="3742375" y="753246"/>
                  </a:lnTo>
                  <a:lnTo>
                    <a:pt x="3740471" y="758642"/>
                  </a:lnTo>
                  <a:lnTo>
                    <a:pt x="3737614" y="764039"/>
                  </a:lnTo>
                  <a:lnTo>
                    <a:pt x="3735075" y="769117"/>
                  </a:lnTo>
                  <a:lnTo>
                    <a:pt x="3732219" y="774196"/>
                  </a:lnTo>
                  <a:lnTo>
                    <a:pt x="3729045" y="779275"/>
                  </a:lnTo>
                  <a:lnTo>
                    <a:pt x="3725871" y="784036"/>
                  </a:lnTo>
                  <a:lnTo>
                    <a:pt x="3721745" y="788798"/>
                  </a:lnTo>
                  <a:lnTo>
                    <a:pt x="3718253" y="793242"/>
                  </a:lnTo>
                  <a:lnTo>
                    <a:pt x="3714445" y="797368"/>
                  </a:lnTo>
                  <a:lnTo>
                    <a:pt x="3710001" y="801495"/>
                  </a:lnTo>
                  <a:lnTo>
                    <a:pt x="3705558" y="804986"/>
                  </a:lnTo>
                  <a:lnTo>
                    <a:pt x="3700797" y="808795"/>
                  </a:lnTo>
                  <a:lnTo>
                    <a:pt x="3696036" y="811970"/>
                  </a:lnTo>
                  <a:lnTo>
                    <a:pt x="3690958" y="815144"/>
                  </a:lnTo>
                  <a:lnTo>
                    <a:pt x="3685879" y="818318"/>
                  </a:lnTo>
                  <a:lnTo>
                    <a:pt x="3680801" y="820857"/>
                  </a:lnTo>
                  <a:lnTo>
                    <a:pt x="3675405" y="823397"/>
                  </a:lnTo>
                  <a:lnTo>
                    <a:pt x="3669692" y="825301"/>
                  </a:lnTo>
                  <a:lnTo>
                    <a:pt x="3664297" y="827523"/>
                  </a:lnTo>
                  <a:lnTo>
                    <a:pt x="3658583" y="829110"/>
                  </a:lnTo>
                  <a:lnTo>
                    <a:pt x="3652870" y="830698"/>
                  </a:lnTo>
                  <a:lnTo>
                    <a:pt x="3646523" y="831332"/>
                  </a:lnTo>
                  <a:lnTo>
                    <a:pt x="3640492" y="832285"/>
                  </a:lnTo>
                  <a:lnTo>
                    <a:pt x="3634144" y="832919"/>
                  </a:lnTo>
                  <a:lnTo>
                    <a:pt x="3628114" y="832919"/>
                  </a:lnTo>
                  <a:lnTo>
                    <a:pt x="3622083" y="832919"/>
                  </a:lnTo>
                  <a:lnTo>
                    <a:pt x="3615735" y="832285"/>
                  </a:lnTo>
                  <a:lnTo>
                    <a:pt x="3609705" y="831332"/>
                  </a:lnTo>
                  <a:lnTo>
                    <a:pt x="3603675" y="830698"/>
                  </a:lnTo>
                  <a:lnTo>
                    <a:pt x="3597644" y="829110"/>
                  </a:lnTo>
                  <a:lnTo>
                    <a:pt x="3592248" y="827523"/>
                  </a:lnTo>
                  <a:lnTo>
                    <a:pt x="3586218" y="825301"/>
                  </a:lnTo>
                  <a:lnTo>
                    <a:pt x="3580822" y="823397"/>
                  </a:lnTo>
                  <a:lnTo>
                    <a:pt x="3575427" y="820857"/>
                  </a:lnTo>
                  <a:lnTo>
                    <a:pt x="3570031" y="818318"/>
                  </a:lnTo>
                  <a:lnTo>
                    <a:pt x="3565270" y="815144"/>
                  </a:lnTo>
                  <a:lnTo>
                    <a:pt x="3560192" y="811970"/>
                  </a:lnTo>
                  <a:lnTo>
                    <a:pt x="3555431" y="808795"/>
                  </a:lnTo>
                  <a:lnTo>
                    <a:pt x="3550670" y="804986"/>
                  </a:lnTo>
                  <a:lnTo>
                    <a:pt x="3546227" y="801495"/>
                  </a:lnTo>
                  <a:lnTo>
                    <a:pt x="3542100" y="797368"/>
                  </a:lnTo>
                  <a:lnTo>
                    <a:pt x="3537974" y="793242"/>
                  </a:lnTo>
                  <a:lnTo>
                    <a:pt x="3534166" y="788798"/>
                  </a:lnTo>
                  <a:lnTo>
                    <a:pt x="3530674" y="784036"/>
                  </a:lnTo>
                  <a:lnTo>
                    <a:pt x="3527500" y="779275"/>
                  </a:lnTo>
                  <a:lnTo>
                    <a:pt x="3524326" y="774196"/>
                  </a:lnTo>
                  <a:lnTo>
                    <a:pt x="3521153" y="769117"/>
                  </a:lnTo>
                  <a:lnTo>
                    <a:pt x="3518296" y="764039"/>
                  </a:lnTo>
                  <a:lnTo>
                    <a:pt x="3516074" y="758642"/>
                  </a:lnTo>
                  <a:lnTo>
                    <a:pt x="3514170" y="753246"/>
                  </a:lnTo>
                  <a:lnTo>
                    <a:pt x="3511948" y="747215"/>
                  </a:lnTo>
                  <a:lnTo>
                    <a:pt x="3510361" y="741819"/>
                  </a:lnTo>
                  <a:lnTo>
                    <a:pt x="3508774" y="735788"/>
                  </a:lnTo>
                  <a:lnTo>
                    <a:pt x="3508139" y="729757"/>
                  </a:lnTo>
                  <a:lnTo>
                    <a:pt x="3507187" y="723726"/>
                  </a:lnTo>
                  <a:lnTo>
                    <a:pt x="3506552" y="717377"/>
                  </a:lnTo>
                  <a:lnTo>
                    <a:pt x="3506552" y="711346"/>
                  </a:lnTo>
                  <a:lnTo>
                    <a:pt x="3506552" y="415190"/>
                  </a:lnTo>
                  <a:lnTo>
                    <a:pt x="2189691" y="1732180"/>
                  </a:lnTo>
                  <a:lnTo>
                    <a:pt x="2185247" y="1736624"/>
                  </a:lnTo>
                  <a:lnTo>
                    <a:pt x="2180487" y="1740433"/>
                  </a:lnTo>
                  <a:lnTo>
                    <a:pt x="2175726" y="1744242"/>
                  </a:lnTo>
                  <a:lnTo>
                    <a:pt x="2170647" y="1748051"/>
                  </a:lnTo>
                  <a:lnTo>
                    <a:pt x="2165569" y="1750908"/>
                  </a:lnTo>
                  <a:lnTo>
                    <a:pt x="2160491" y="1753765"/>
                  </a:lnTo>
                  <a:lnTo>
                    <a:pt x="2155095" y="1756621"/>
                  </a:lnTo>
                  <a:lnTo>
                    <a:pt x="2149382" y="1758843"/>
                  </a:lnTo>
                  <a:lnTo>
                    <a:pt x="2143986" y="1761065"/>
                  </a:lnTo>
                  <a:lnTo>
                    <a:pt x="2138273" y="1762970"/>
                  </a:lnTo>
                  <a:lnTo>
                    <a:pt x="2132878" y="1764557"/>
                  </a:lnTo>
                  <a:lnTo>
                    <a:pt x="2126847" y="1765509"/>
                  </a:lnTo>
                  <a:lnTo>
                    <a:pt x="2121452" y="1766461"/>
                  </a:lnTo>
                  <a:lnTo>
                    <a:pt x="2115421" y="1767096"/>
                  </a:lnTo>
                  <a:lnTo>
                    <a:pt x="2109708" y="1767731"/>
                  </a:lnTo>
                  <a:lnTo>
                    <a:pt x="2103678" y="1768049"/>
                  </a:lnTo>
                  <a:lnTo>
                    <a:pt x="2098282" y="1767731"/>
                  </a:lnTo>
                  <a:lnTo>
                    <a:pt x="2092252" y="1767096"/>
                  </a:lnTo>
                  <a:lnTo>
                    <a:pt x="2086221" y="1766461"/>
                  </a:lnTo>
                  <a:lnTo>
                    <a:pt x="2080508" y="1765509"/>
                  </a:lnTo>
                  <a:lnTo>
                    <a:pt x="2074795" y="1764557"/>
                  </a:lnTo>
                  <a:lnTo>
                    <a:pt x="2069399" y="1762970"/>
                  </a:lnTo>
                  <a:lnTo>
                    <a:pt x="2063369" y="1761065"/>
                  </a:lnTo>
                  <a:lnTo>
                    <a:pt x="2057973" y="1758843"/>
                  </a:lnTo>
                  <a:lnTo>
                    <a:pt x="2052577" y="1756621"/>
                  </a:lnTo>
                  <a:lnTo>
                    <a:pt x="2047182" y="1753765"/>
                  </a:lnTo>
                  <a:lnTo>
                    <a:pt x="2042104" y="1750908"/>
                  </a:lnTo>
                  <a:lnTo>
                    <a:pt x="2037025" y="1748051"/>
                  </a:lnTo>
                  <a:lnTo>
                    <a:pt x="2031947" y="1744242"/>
                  </a:lnTo>
                  <a:lnTo>
                    <a:pt x="2027186" y="1740433"/>
                  </a:lnTo>
                  <a:lnTo>
                    <a:pt x="2022425" y="1736624"/>
                  </a:lnTo>
                  <a:lnTo>
                    <a:pt x="2017664" y="1732180"/>
                  </a:lnTo>
                  <a:lnTo>
                    <a:pt x="1543797" y="1257949"/>
                  </a:lnTo>
                  <a:lnTo>
                    <a:pt x="207257" y="2594619"/>
                  </a:lnTo>
                  <a:lnTo>
                    <a:pt x="202814" y="2599063"/>
                  </a:lnTo>
                  <a:lnTo>
                    <a:pt x="198053" y="2602872"/>
                  </a:lnTo>
                  <a:lnTo>
                    <a:pt x="193292" y="2606999"/>
                  </a:lnTo>
                  <a:lnTo>
                    <a:pt x="188214" y="2610490"/>
                  </a:lnTo>
                  <a:lnTo>
                    <a:pt x="183136" y="2613665"/>
                  </a:lnTo>
                  <a:lnTo>
                    <a:pt x="178057" y="2616204"/>
                  </a:lnTo>
                  <a:lnTo>
                    <a:pt x="172662" y="2619061"/>
                  </a:lnTo>
                  <a:lnTo>
                    <a:pt x="166949" y="2621600"/>
                  </a:lnTo>
                  <a:lnTo>
                    <a:pt x="161553" y="2623505"/>
                  </a:lnTo>
                  <a:lnTo>
                    <a:pt x="155840" y="2625409"/>
                  </a:lnTo>
                  <a:lnTo>
                    <a:pt x="150444" y="2626996"/>
                  </a:lnTo>
                  <a:lnTo>
                    <a:pt x="144414" y="2628266"/>
                  </a:lnTo>
                  <a:lnTo>
                    <a:pt x="139018" y="2628901"/>
                  </a:lnTo>
                  <a:lnTo>
                    <a:pt x="132988" y="2629853"/>
                  </a:lnTo>
                  <a:lnTo>
                    <a:pt x="127275" y="2630171"/>
                  </a:lnTo>
                  <a:lnTo>
                    <a:pt x="121244" y="2630488"/>
                  </a:lnTo>
                  <a:lnTo>
                    <a:pt x="115214" y="2630171"/>
                  </a:lnTo>
                  <a:lnTo>
                    <a:pt x="109818" y="2629853"/>
                  </a:lnTo>
                  <a:lnTo>
                    <a:pt x="103787" y="2628901"/>
                  </a:lnTo>
                  <a:lnTo>
                    <a:pt x="98074" y="2628266"/>
                  </a:lnTo>
                  <a:lnTo>
                    <a:pt x="92361" y="2626996"/>
                  </a:lnTo>
                  <a:lnTo>
                    <a:pt x="86648" y="2625409"/>
                  </a:lnTo>
                  <a:lnTo>
                    <a:pt x="80935" y="2623505"/>
                  </a:lnTo>
                  <a:lnTo>
                    <a:pt x="75540" y="2621600"/>
                  </a:lnTo>
                  <a:lnTo>
                    <a:pt x="70144" y="2619061"/>
                  </a:lnTo>
                  <a:lnTo>
                    <a:pt x="64748" y="2616204"/>
                  </a:lnTo>
                  <a:lnTo>
                    <a:pt x="59670" y="2613665"/>
                  </a:lnTo>
                  <a:lnTo>
                    <a:pt x="54592" y="2610490"/>
                  </a:lnTo>
                  <a:lnTo>
                    <a:pt x="49513" y="2606999"/>
                  </a:lnTo>
                  <a:lnTo>
                    <a:pt x="44752" y="2602872"/>
                  </a:lnTo>
                  <a:lnTo>
                    <a:pt x="39992" y="2599063"/>
                  </a:lnTo>
                  <a:lnTo>
                    <a:pt x="35231" y="2594619"/>
                  </a:lnTo>
                  <a:lnTo>
                    <a:pt x="31105" y="2590175"/>
                  </a:lnTo>
                  <a:lnTo>
                    <a:pt x="26978" y="2585731"/>
                  </a:lnTo>
                  <a:lnTo>
                    <a:pt x="23170" y="2580335"/>
                  </a:lnTo>
                  <a:lnTo>
                    <a:pt x="19996" y="2575574"/>
                  </a:lnTo>
                  <a:lnTo>
                    <a:pt x="16822" y="2570495"/>
                  </a:lnTo>
                  <a:lnTo>
                    <a:pt x="13648" y="2565099"/>
                  </a:lnTo>
                  <a:lnTo>
                    <a:pt x="10791" y="2560020"/>
                  </a:lnTo>
                  <a:lnTo>
                    <a:pt x="8570" y="2554307"/>
                  </a:lnTo>
                  <a:lnTo>
                    <a:pt x="6665" y="2548910"/>
                  </a:lnTo>
                  <a:lnTo>
                    <a:pt x="5078" y="2543514"/>
                  </a:lnTo>
                  <a:lnTo>
                    <a:pt x="3491" y="2537483"/>
                  </a:lnTo>
                  <a:lnTo>
                    <a:pt x="2222" y="2532087"/>
                  </a:lnTo>
                  <a:lnTo>
                    <a:pt x="952" y="2526056"/>
                  </a:lnTo>
                  <a:lnTo>
                    <a:pt x="318" y="2520660"/>
                  </a:lnTo>
                  <a:lnTo>
                    <a:pt x="0" y="2514629"/>
                  </a:lnTo>
                  <a:lnTo>
                    <a:pt x="0" y="2508598"/>
                  </a:lnTo>
                  <a:lnTo>
                    <a:pt x="0" y="2502884"/>
                  </a:lnTo>
                  <a:lnTo>
                    <a:pt x="318" y="2497170"/>
                  </a:lnTo>
                  <a:lnTo>
                    <a:pt x="952" y="2491457"/>
                  </a:lnTo>
                  <a:lnTo>
                    <a:pt x="2222" y="2485426"/>
                  </a:lnTo>
                  <a:lnTo>
                    <a:pt x="3491" y="2480029"/>
                  </a:lnTo>
                  <a:lnTo>
                    <a:pt x="5078" y="2473998"/>
                  </a:lnTo>
                  <a:lnTo>
                    <a:pt x="6665" y="2468285"/>
                  </a:lnTo>
                  <a:lnTo>
                    <a:pt x="8570" y="2462889"/>
                  </a:lnTo>
                  <a:lnTo>
                    <a:pt x="10791" y="2457492"/>
                  </a:lnTo>
                  <a:lnTo>
                    <a:pt x="13648" y="2452414"/>
                  </a:lnTo>
                  <a:lnTo>
                    <a:pt x="16822" y="2446700"/>
                  </a:lnTo>
                  <a:lnTo>
                    <a:pt x="19996" y="2441621"/>
                  </a:lnTo>
                  <a:lnTo>
                    <a:pt x="23487" y="2436860"/>
                  </a:lnTo>
                  <a:lnTo>
                    <a:pt x="26978" y="2431781"/>
                  </a:lnTo>
                  <a:lnTo>
                    <a:pt x="31105" y="2427337"/>
                  </a:lnTo>
                  <a:lnTo>
                    <a:pt x="35231" y="2422576"/>
                  </a:lnTo>
                  <a:lnTo>
                    <a:pt x="1457784" y="1000202"/>
                  </a:lnTo>
                  <a:lnTo>
                    <a:pt x="1462227" y="995758"/>
                  </a:lnTo>
                  <a:lnTo>
                    <a:pt x="1466988" y="991631"/>
                  </a:lnTo>
                  <a:lnTo>
                    <a:pt x="1471749" y="987822"/>
                  </a:lnTo>
                  <a:lnTo>
                    <a:pt x="1476827" y="984330"/>
                  </a:lnTo>
                  <a:lnTo>
                    <a:pt x="1481906" y="981156"/>
                  </a:lnTo>
                  <a:lnTo>
                    <a:pt x="1486984" y="978617"/>
                  </a:lnTo>
                  <a:lnTo>
                    <a:pt x="1492697" y="975760"/>
                  </a:lnTo>
                  <a:lnTo>
                    <a:pt x="1498093" y="973221"/>
                  </a:lnTo>
                  <a:lnTo>
                    <a:pt x="1503488" y="971316"/>
                  </a:lnTo>
                  <a:lnTo>
                    <a:pt x="1509202" y="969411"/>
                  </a:lnTo>
                  <a:lnTo>
                    <a:pt x="1514597" y="967824"/>
                  </a:lnTo>
                  <a:lnTo>
                    <a:pt x="1520628" y="966555"/>
                  </a:lnTo>
                  <a:lnTo>
                    <a:pt x="1526023" y="965602"/>
                  </a:lnTo>
                  <a:lnTo>
                    <a:pt x="1532054" y="964968"/>
                  </a:lnTo>
                  <a:lnTo>
                    <a:pt x="1537767" y="964650"/>
                  </a:lnTo>
                  <a:lnTo>
                    <a:pt x="1543797" y="964333"/>
                  </a:lnTo>
                  <a:lnTo>
                    <a:pt x="1549828" y="964650"/>
                  </a:lnTo>
                  <a:lnTo>
                    <a:pt x="1555223" y="964968"/>
                  </a:lnTo>
                  <a:lnTo>
                    <a:pt x="1561254" y="965602"/>
                  </a:lnTo>
                  <a:lnTo>
                    <a:pt x="1566967" y="966555"/>
                  </a:lnTo>
                  <a:lnTo>
                    <a:pt x="1572680" y="967824"/>
                  </a:lnTo>
                  <a:lnTo>
                    <a:pt x="1578393" y="969411"/>
                  </a:lnTo>
                  <a:lnTo>
                    <a:pt x="1584106" y="971316"/>
                  </a:lnTo>
                  <a:lnTo>
                    <a:pt x="1589502" y="973221"/>
                  </a:lnTo>
                  <a:lnTo>
                    <a:pt x="1595215" y="975760"/>
                  </a:lnTo>
                  <a:lnTo>
                    <a:pt x="1600293" y="978617"/>
                  </a:lnTo>
                  <a:lnTo>
                    <a:pt x="1605371" y="981156"/>
                  </a:lnTo>
                  <a:lnTo>
                    <a:pt x="1610450" y="984330"/>
                  </a:lnTo>
                  <a:lnTo>
                    <a:pt x="1615528" y="987822"/>
                  </a:lnTo>
                  <a:lnTo>
                    <a:pt x="1620289" y="991631"/>
                  </a:lnTo>
                  <a:lnTo>
                    <a:pt x="1625050" y="995758"/>
                  </a:lnTo>
                  <a:lnTo>
                    <a:pt x="1629811" y="1000202"/>
                  </a:lnTo>
                  <a:lnTo>
                    <a:pt x="2103678" y="1474115"/>
                  </a:lnTo>
                  <a:lnTo>
                    <a:pt x="3334526" y="243464"/>
                  </a:lnTo>
                  <a:lnTo>
                    <a:pt x="3038399" y="243464"/>
                  </a:lnTo>
                  <a:lnTo>
                    <a:pt x="3032368" y="242829"/>
                  </a:lnTo>
                  <a:lnTo>
                    <a:pt x="3026338" y="242512"/>
                  </a:lnTo>
                  <a:lnTo>
                    <a:pt x="3019990" y="241877"/>
                  </a:lnTo>
                  <a:lnTo>
                    <a:pt x="3013959" y="240607"/>
                  </a:lnTo>
                  <a:lnTo>
                    <a:pt x="3008246" y="239338"/>
                  </a:lnTo>
                  <a:lnTo>
                    <a:pt x="3002216" y="237750"/>
                  </a:lnTo>
                  <a:lnTo>
                    <a:pt x="2996820" y="235846"/>
                  </a:lnTo>
                  <a:lnTo>
                    <a:pt x="2991107" y="233624"/>
                  </a:lnTo>
                  <a:lnTo>
                    <a:pt x="2985711" y="231085"/>
                  </a:lnTo>
                  <a:lnTo>
                    <a:pt x="2980633" y="228228"/>
                  </a:lnTo>
                  <a:lnTo>
                    <a:pt x="2975555" y="225688"/>
                  </a:lnTo>
                  <a:lnTo>
                    <a:pt x="2970794" y="222514"/>
                  </a:lnTo>
                  <a:lnTo>
                    <a:pt x="2966033" y="219022"/>
                  </a:lnTo>
                  <a:lnTo>
                    <a:pt x="2961272" y="215213"/>
                  </a:lnTo>
                  <a:lnTo>
                    <a:pt x="2956829" y="211404"/>
                  </a:lnTo>
                  <a:lnTo>
                    <a:pt x="2952703" y="207595"/>
                  </a:lnTo>
                  <a:lnTo>
                    <a:pt x="2948576" y="203151"/>
                  </a:lnTo>
                  <a:lnTo>
                    <a:pt x="2944768" y="198707"/>
                  </a:lnTo>
                  <a:lnTo>
                    <a:pt x="2941276" y="194581"/>
                  </a:lnTo>
                  <a:lnTo>
                    <a:pt x="2937468" y="189820"/>
                  </a:lnTo>
                  <a:lnTo>
                    <a:pt x="2934294" y="184423"/>
                  </a:lnTo>
                  <a:lnTo>
                    <a:pt x="2931755" y="179345"/>
                  </a:lnTo>
                  <a:lnTo>
                    <a:pt x="2928898" y="174266"/>
                  </a:lnTo>
                  <a:lnTo>
                    <a:pt x="2926676" y="168870"/>
                  </a:lnTo>
                  <a:lnTo>
                    <a:pt x="2924137" y="163156"/>
                  </a:lnTo>
                  <a:lnTo>
                    <a:pt x="2922550" y="157760"/>
                  </a:lnTo>
                  <a:lnTo>
                    <a:pt x="2920646" y="151729"/>
                  </a:lnTo>
                  <a:lnTo>
                    <a:pt x="2919376" y="146015"/>
                  </a:lnTo>
                  <a:lnTo>
                    <a:pt x="2918424" y="139984"/>
                  </a:lnTo>
                  <a:lnTo>
                    <a:pt x="2917472" y="133953"/>
                  </a:lnTo>
                  <a:lnTo>
                    <a:pt x="2917155" y="127922"/>
                  </a:lnTo>
                  <a:lnTo>
                    <a:pt x="2917155" y="121573"/>
                  </a:lnTo>
                  <a:lnTo>
                    <a:pt x="2917155" y="115225"/>
                  </a:lnTo>
                  <a:lnTo>
                    <a:pt x="2917472" y="109194"/>
                  </a:lnTo>
                  <a:lnTo>
                    <a:pt x="2918424" y="102845"/>
                  </a:lnTo>
                  <a:lnTo>
                    <a:pt x="2919376" y="97132"/>
                  </a:lnTo>
                  <a:lnTo>
                    <a:pt x="2920646" y="91101"/>
                  </a:lnTo>
                  <a:lnTo>
                    <a:pt x="2922550" y="85070"/>
                  </a:lnTo>
                  <a:lnTo>
                    <a:pt x="2924137" y="79674"/>
                  </a:lnTo>
                  <a:lnTo>
                    <a:pt x="2926676" y="74277"/>
                  </a:lnTo>
                  <a:lnTo>
                    <a:pt x="2928898" y="68564"/>
                  </a:lnTo>
                  <a:lnTo>
                    <a:pt x="2931755" y="63485"/>
                  </a:lnTo>
                  <a:lnTo>
                    <a:pt x="2934294" y="58406"/>
                  </a:lnTo>
                  <a:lnTo>
                    <a:pt x="2937468" y="53645"/>
                  </a:lnTo>
                  <a:lnTo>
                    <a:pt x="2941276" y="48883"/>
                  </a:lnTo>
                  <a:lnTo>
                    <a:pt x="2944768" y="44122"/>
                  </a:lnTo>
                  <a:lnTo>
                    <a:pt x="2948576" y="39678"/>
                  </a:lnTo>
                  <a:lnTo>
                    <a:pt x="2952703" y="35552"/>
                  </a:lnTo>
                  <a:lnTo>
                    <a:pt x="2956829" y="31425"/>
                  </a:lnTo>
                  <a:lnTo>
                    <a:pt x="2961272" y="27616"/>
                  </a:lnTo>
                  <a:lnTo>
                    <a:pt x="2966033" y="24124"/>
                  </a:lnTo>
                  <a:lnTo>
                    <a:pt x="2970794" y="20633"/>
                  </a:lnTo>
                  <a:lnTo>
                    <a:pt x="2975555" y="17459"/>
                  </a:lnTo>
                  <a:lnTo>
                    <a:pt x="2980633" y="14602"/>
                  </a:lnTo>
                  <a:lnTo>
                    <a:pt x="2985711" y="11745"/>
                  </a:lnTo>
                  <a:lnTo>
                    <a:pt x="2991107" y="9523"/>
                  </a:lnTo>
                  <a:lnTo>
                    <a:pt x="2996820" y="6984"/>
                  </a:lnTo>
                  <a:lnTo>
                    <a:pt x="3002216" y="5397"/>
                  </a:lnTo>
                  <a:lnTo>
                    <a:pt x="3008246" y="3492"/>
                  </a:lnTo>
                  <a:lnTo>
                    <a:pt x="3013959" y="2222"/>
                  </a:lnTo>
                  <a:lnTo>
                    <a:pt x="3019990" y="1270"/>
                  </a:lnTo>
                  <a:lnTo>
                    <a:pt x="3026338" y="318"/>
                  </a:lnTo>
                  <a:lnTo>
                    <a:pt x="303236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429210" y="3791833"/>
            <a:ext cx="743190" cy="664458"/>
            <a:chOff x="8409111" y="4086208"/>
            <a:chExt cx="755664" cy="756000"/>
          </a:xfrm>
        </p:grpSpPr>
        <p:sp>
          <p:nvSpPr>
            <p:cNvPr id="27" name="Freeform 5"/>
            <p:cNvSpPr>
              <a:spLocks/>
            </p:cNvSpPr>
            <p:nvPr/>
          </p:nvSpPr>
          <p:spPr bwMode="auto">
            <a:xfrm rot="10800000">
              <a:off x="8409111" y="4086208"/>
              <a:ext cx="755664" cy="756000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644543" y="4276505"/>
              <a:ext cx="315158" cy="393578"/>
              <a:chOff x="2116138" y="2506419"/>
              <a:chExt cx="338137" cy="422275"/>
            </a:xfrm>
            <a:solidFill>
              <a:schemeClr val="bg1"/>
            </a:solidFill>
          </p:grpSpPr>
          <p:sp>
            <p:nvSpPr>
              <p:cNvPr id="29" name="Freeform 20"/>
              <p:cNvSpPr>
                <a:spLocks noEditPoints="1"/>
              </p:cNvSpPr>
              <p:nvPr/>
            </p:nvSpPr>
            <p:spPr bwMode="auto">
              <a:xfrm>
                <a:off x="2116138" y="2506419"/>
                <a:ext cx="338137" cy="422275"/>
              </a:xfrm>
              <a:custGeom>
                <a:avLst/>
                <a:gdLst>
                  <a:gd name="T0" fmla="*/ 147 w 216"/>
                  <a:gd name="T1" fmla="*/ 233 h 270"/>
                  <a:gd name="T2" fmla="*/ 165 w 216"/>
                  <a:gd name="T3" fmla="*/ 200 h 270"/>
                  <a:gd name="T4" fmla="*/ 216 w 216"/>
                  <a:gd name="T5" fmla="*/ 108 h 270"/>
                  <a:gd name="T6" fmla="*/ 108 w 216"/>
                  <a:gd name="T7" fmla="*/ 0 h 270"/>
                  <a:gd name="T8" fmla="*/ 0 w 216"/>
                  <a:gd name="T9" fmla="*/ 108 h 270"/>
                  <a:gd name="T10" fmla="*/ 51 w 216"/>
                  <a:gd name="T11" fmla="*/ 200 h 270"/>
                  <a:gd name="T12" fmla="*/ 70 w 216"/>
                  <a:gd name="T13" fmla="*/ 233 h 270"/>
                  <a:gd name="T14" fmla="*/ 70 w 216"/>
                  <a:gd name="T15" fmla="*/ 247 h 270"/>
                  <a:gd name="T16" fmla="*/ 93 w 216"/>
                  <a:gd name="T17" fmla="*/ 270 h 270"/>
                  <a:gd name="T18" fmla="*/ 123 w 216"/>
                  <a:gd name="T19" fmla="*/ 270 h 270"/>
                  <a:gd name="T20" fmla="*/ 147 w 216"/>
                  <a:gd name="T21" fmla="*/ 247 h 270"/>
                  <a:gd name="T22" fmla="*/ 147 w 216"/>
                  <a:gd name="T23" fmla="*/ 233 h 270"/>
                  <a:gd name="T24" fmla="*/ 124 w 216"/>
                  <a:gd name="T25" fmla="*/ 224 h 270"/>
                  <a:gd name="T26" fmla="*/ 92 w 216"/>
                  <a:gd name="T27" fmla="*/ 224 h 270"/>
                  <a:gd name="T28" fmla="*/ 64 w 216"/>
                  <a:gd name="T29" fmla="*/ 180 h 270"/>
                  <a:gd name="T30" fmla="*/ 23 w 216"/>
                  <a:gd name="T31" fmla="*/ 108 h 270"/>
                  <a:gd name="T32" fmla="*/ 108 w 216"/>
                  <a:gd name="T33" fmla="*/ 23 h 270"/>
                  <a:gd name="T34" fmla="*/ 193 w 216"/>
                  <a:gd name="T35" fmla="*/ 108 h 270"/>
                  <a:gd name="T36" fmla="*/ 153 w 216"/>
                  <a:gd name="T37" fmla="*/ 180 h 270"/>
                  <a:gd name="T38" fmla="*/ 124 w 216"/>
                  <a:gd name="T39" fmla="*/ 224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6" h="270">
                    <a:moveTo>
                      <a:pt x="147" y="233"/>
                    </a:moveTo>
                    <a:cubicBezTo>
                      <a:pt x="147" y="219"/>
                      <a:pt x="153" y="207"/>
                      <a:pt x="165" y="200"/>
                    </a:cubicBezTo>
                    <a:cubicBezTo>
                      <a:pt x="195" y="181"/>
                      <a:pt x="216" y="147"/>
                      <a:pt x="216" y="108"/>
                    </a:cubicBezTo>
                    <a:cubicBezTo>
                      <a:pt x="216" y="49"/>
                      <a:pt x="168" y="0"/>
                      <a:pt x="108" y="0"/>
                    </a:cubicBezTo>
                    <a:cubicBezTo>
                      <a:pt x="49" y="0"/>
                      <a:pt x="0" y="49"/>
                      <a:pt x="0" y="108"/>
                    </a:cubicBezTo>
                    <a:cubicBezTo>
                      <a:pt x="0" y="147"/>
                      <a:pt x="21" y="181"/>
                      <a:pt x="51" y="200"/>
                    </a:cubicBezTo>
                    <a:cubicBezTo>
                      <a:pt x="63" y="207"/>
                      <a:pt x="70" y="219"/>
                      <a:pt x="70" y="233"/>
                    </a:cubicBezTo>
                    <a:cubicBezTo>
                      <a:pt x="70" y="247"/>
                      <a:pt x="70" y="247"/>
                      <a:pt x="70" y="247"/>
                    </a:cubicBezTo>
                    <a:cubicBezTo>
                      <a:pt x="93" y="270"/>
                      <a:pt x="93" y="270"/>
                      <a:pt x="93" y="270"/>
                    </a:cubicBezTo>
                    <a:cubicBezTo>
                      <a:pt x="123" y="270"/>
                      <a:pt x="123" y="270"/>
                      <a:pt x="123" y="270"/>
                    </a:cubicBezTo>
                    <a:cubicBezTo>
                      <a:pt x="147" y="247"/>
                      <a:pt x="147" y="247"/>
                      <a:pt x="147" y="247"/>
                    </a:cubicBezTo>
                    <a:lnTo>
                      <a:pt x="147" y="233"/>
                    </a:lnTo>
                    <a:close/>
                    <a:moveTo>
                      <a:pt x="124" y="224"/>
                    </a:moveTo>
                    <a:cubicBezTo>
                      <a:pt x="92" y="224"/>
                      <a:pt x="92" y="224"/>
                      <a:pt x="92" y="224"/>
                    </a:cubicBezTo>
                    <a:cubicBezTo>
                      <a:pt x="89" y="206"/>
                      <a:pt x="79" y="190"/>
                      <a:pt x="64" y="180"/>
                    </a:cubicBezTo>
                    <a:cubicBezTo>
                      <a:pt x="38" y="165"/>
                      <a:pt x="23" y="138"/>
                      <a:pt x="23" y="108"/>
                    </a:cubicBezTo>
                    <a:cubicBezTo>
                      <a:pt x="23" y="62"/>
                      <a:pt x="61" y="23"/>
                      <a:pt x="108" y="23"/>
                    </a:cubicBezTo>
                    <a:cubicBezTo>
                      <a:pt x="155" y="23"/>
                      <a:pt x="193" y="62"/>
                      <a:pt x="193" y="108"/>
                    </a:cubicBezTo>
                    <a:cubicBezTo>
                      <a:pt x="193" y="138"/>
                      <a:pt x="178" y="165"/>
                      <a:pt x="153" y="180"/>
                    </a:cubicBezTo>
                    <a:cubicBezTo>
                      <a:pt x="137" y="190"/>
                      <a:pt x="127" y="206"/>
                      <a:pt x="124" y="224"/>
                    </a:cubicBez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21"/>
              <p:cNvSpPr>
                <a:spLocks/>
              </p:cNvSpPr>
              <p:nvPr/>
            </p:nvSpPr>
            <p:spPr bwMode="auto">
              <a:xfrm>
                <a:off x="2212975" y="2581031"/>
                <a:ext cx="144462" cy="180975"/>
              </a:xfrm>
              <a:custGeom>
                <a:avLst/>
                <a:gdLst>
                  <a:gd name="T0" fmla="*/ 57 w 91"/>
                  <a:gd name="T1" fmla="*/ 44 h 114"/>
                  <a:gd name="T2" fmla="*/ 75 w 91"/>
                  <a:gd name="T3" fmla="*/ 0 h 114"/>
                  <a:gd name="T4" fmla="*/ 0 w 91"/>
                  <a:gd name="T5" fmla="*/ 70 h 114"/>
                  <a:gd name="T6" fmla="*/ 34 w 91"/>
                  <a:gd name="T7" fmla="*/ 70 h 114"/>
                  <a:gd name="T8" fmla="*/ 16 w 91"/>
                  <a:gd name="T9" fmla="*/ 114 h 114"/>
                  <a:gd name="T10" fmla="*/ 91 w 91"/>
                  <a:gd name="T11" fmla="*/ 44 h 114"/>
                  <a:gd name="T12" fmla="*/ 57 w 91"/>
                  <a:gd name="T13" fmla="*/ 4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114">
                    <a:moveTo>
                      <a:pt x="57" y="44"/>
                    </a:moveTo>
                    <a:lnTo>
                      <a:pt x="75" y="0"/>
                    </a:lnTo>
                    <a:lnTo>
                      <a:pt x="0" y="70"/>
                    </a:lnTo>
                    <a:lnTo>
                      <a:pt x="34" y="70"/>
                    </a:lnTo>
                    <a:lnTo>
                      <a:pt x="16" y="114"/>
                    </a:lnTo>
                    <a:lnTo>
                      <a:pt x="91" y="44"/>
                    </a:lnTo>
                    <a:lnTo>
                      <a:pt x="57" y="44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6214812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158" y="73884"/>
            <a:ext cx="2851002" cy="20876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大型网站架构演进一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虚尾箭头 7"/>
          <p:cNvSpPr/>
          <p:nvPr/>
        </p:nvSpPr>
        <p:spPr>
          <a:xfrm rot="10800000" flipH="1">
            <a:off x="3548316" y="2161555"/>
            <a:ext cx="864096" cy="771152"/>
          </a:xfrm>
          <a:prstGeom prst="striped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44" y="1355239"/>
            <a:ext cx="3233662" cy="2152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7849" y="2387109"/>
            <a:ext cx="3106338" cy="273775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0637" y="3867894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应用与数据库拆分</a:t>
            </a:r>
            <a:endParaRPr lang="en-US" altLang="zh-CN" dirty="0" smtClean="0"/>
          </a:p>
          <a:p>
            <a:r>
              <a:rPr lang="zh-CN" altLang="en-US" dirty="0" smtClean="0"/>
              <a:t>单机部署向多机部署演进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16880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同步问题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1707958" y="17076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57200" y="1200151"/>
            <a:ext cx="3970784" cy="3394472"/>
          </a:xfrm>
        </p:spPr>
        <p:txBody>
          <a:bodyPr/>
          <a:lstStyle/>
          <a:p>
            <a:r>
              <a:rPr lang="en-US" altLang="zh-CN" dirty="0" smtClean="0"/>
              <a:t>Session Sticky</a:t>
            </a:r>
          </a:p>
          <a:p>
            <a:r>
              <a:rPr lang="en-US" altLang="zh-CN" dirty="0" smtClean="0"/>
              <a:t>Session Replication</a:t>
            </a:r>
          </a:p>
          <a:p>
            <a:r>
              <a:rPr lang="en-US" altLang="zh-CN" dirty="0" smtClean="0"/>
              <a:t>Session</a:t>
            </a:r>
            <a:r>
              <a:rPr lang="zh-CN" altLang="en-US" dirty="0" smtClean="0"/>
              <a:t>集中存储</a:t>
            </a:r>
            <a:endParaRPr lang="en-US" altLang="zh-CN" dirty="0" smtClean="0"/>
          </a:p>
          <a:p>
            <a:r>
              <a:rPr lang="en-US" altLang="zh-CN" dirty="0"/>
              <a:t>Cookie</a:t>
            </a:r>
            <a:endParaRPr lang="zh-CN" altLang="en-US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915566"/>
            <a:ext cx="4215452" cy="356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6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fill="hold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大型网站架构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演进二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7574"/>
            <a:ext cx="4289907" cy="3575089"/>
          </a:xfrm>
          <a:prstGeom prst="rect">
            <a:avLst/>
          </a:prstGeom>
        </p:spPr>
      </p:pic>
      <p:sp>
        <p:nvSpPr>
          <p:cNvPr id="8" name="虚尾箭头 7"/>
          <p:cNvSpPr/>
          <p:nvPr/>
        </p:nvSpPr>
        <p:spPr>
          <a:xfrm rot="10800000" flipH="1">
            <a:off x="4058578" y="2271061"/>
            <a:ext cx="585430" cy="504056"/>
          </a:xfrm>
          <a:prstGeom prst="striped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203598"/>
            <a:ext cx="4544483" cy="323899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68144" y="465998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增加缓存，减轻读库压力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244706" y="466913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数据库读写分离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786619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数据库读写分离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内容占位符 32"/>
          <p:cNvSpPr txBox="1">
            <a:spLocks/>
          </p:cNvSpPr>
          <p:nvPr/>
        </p:nvSpPr>
        <p:spPr>
          <a:xfrm>
            <a:off x="457200" y="1200151"/>
            <a:ext cx="3970784" cy="24517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数据复制问题</a:t>
            </a:r>
            <a:endParaRPr lang="en-US" altLang="zh-CN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数据源选择问题</a:t>
            </a:r>
            <a:endParaRPr lang="en-US" altLang="zh-CN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数据缓存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92230172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大型网站架构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演进二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虚尾箭头 7"/>
          <p:cNvSpPr/>
          <p:nvPr/>
        </p:nvSpPr>
        <p:spPr>
          <a:xfrm rot="10800000" flipH="1">
            <a:off x="4058578" y="2271061"/>
            <a:ext cx="585430" cy="504056"/>
          </a:xfrm>
          <a:prstGeom prst="striped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7" y="1539959"/>
            <a:ext cx="4260412" cy="247031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617" y="1099081"/>
            <a:ext cx="4211960" cy="335207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71600" y="415592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引入分布式存储系统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070044" y="426648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数据库垂直拆分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249075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数据库垂直拆分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内容占位符 32"/>
          <p:cNvSpPr txBox="1">
            <a:spLocks/>
          </p:cNvSpPr>
          <p:nvPr/>
        </p:nvSpPr>
        <p:spPr>
          <a:xfrm>
            <a:off x="457200" y="1200151"/>
            <a:ext cx="3970784" cy="24517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分布式事务问题</a:t>
            </a:r>
            <a:endParaRPr lang="en-US" altLang="zh-CN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表关联查询的问题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797205757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大型网站架构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演进二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125" y="736924"/>
            <a:ext cx="6405839" cy="42610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35896" y="451596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数据库水平拆分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873917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数据库水平拆分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内容占位符 32"/>
          <p:cNvSpPr txBox="1">
            <a:spLocks/>
          </p:cNvSpPr>
          <p:nvPr/>
        </p:nvSpPr>
        <p:spPr>
          <a:xfrm>
            <a:off x="457200" y="1200151"/>
            <a:ext cx="3970784" cy="24517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SQL</a:t>
            </a:r>
            <a:r>
              <a:rPr lang="zh-CN" altLang="en-US" sz="2800" dirty="0" smtClean="0"/>
              <a:t>路由问题</a:t>
            </a:r>
            <a:endParaRPr lang="en-US" altLang="zh-CN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主键问题</a:t>
            </a:r>
            <a:endParaRPr lang="en-US" altLang="zh-CN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查询分页问题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202309986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大型网站架构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演进三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3415916" y="39420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应用拆分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020" y="627534"/>
            <a:ext cx="6065300" cy="38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26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大型网站架构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演进三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67544" y="378659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服务化拆分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699542"/>
            <a:ext cx="5991780" cy="417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95064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大型网站架构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演进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047" y="555526"/>
            <a:ext cx="5159530" cy="43843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5" y="1635646"/>
            <a:ext cx="3233662" cy="2152615"/>
          </a:xfrm>
          <a:prstGeom prst="rect">
            <a:avLst/>
          </a:prstGeom>
        </p:spPr>
      </p:pic>
      <p:sp>
        <p:nvSpPr>
          <p:cNvPr id="8" name="虚尾箭头 7"/>
          <p:cNvSpPr/>
          <p:nvPr/>
        </p:nvSpPr>
        <p:spPr>
          <a:xfrm rot="10800000" flipH="1">
            <a:off x="3707904" y="2495676"/>
            <a:ext cx="585430" cy="504056"/>
          </a:xfrm>
          <a:prstGeom prst="striped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83441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构建中间件的基础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内容占位符 32"/>
          <p:cNvSpPr txBox="1">
            <a:spLocks/>
          </p:cNvSpPr>
          <p:nvPr/>
        </p:nvSpPr>
        <p:spPr>
          <a:xfrm>
            <a:off x="457200" y="1200151"/>
            <a:ext cx="3970784" cy="24517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JVM</a:t>
            </a:r>
            <a:endParaRPr lang="en-US" altLang="zh-CN" sz="24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并发编程</a:t>
            </a:r>
            <a:endParaRPr lang="en-US" altLang="zh-CN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动态代理</a:t>
            </a:r>
            <a:endParaRPr lang="en-US" altLang="zh-CN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反射</a:t>
            </a:r>
            <a:endParaRPr lang="en-US" altLang="zh-CN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网络通信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2823428371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915566"/>
            <a:ext cx="5050904" cy="6515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服务框架需要解决的问题</a:t>
            </a:r>
            <a:endParaRPr lang="en-US" altLang="zh-CN" sz="28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635646"/>
            <a:ext cx="7095807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11092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91556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实现远程服务的调用客户端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890464" y="1491630"/>
            <a:ext cx="5050904" cy="2736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获取可用服务的地址列表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确定要调用服务的目标机器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与目标机器建立连接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将请求信息进行序列化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发送请求信息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接收请求结果响应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解析结果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550414627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91556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服务调用端具体工作</a:t>
            </a:r>
            <a:endParaRPr lang="en-US" altLang="zh-CN" sz="28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963" y="1491630"/>
            <a:ext cx="5777729" cy="329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19163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86" y="1923678"/>
            <a:ext cx="5081614" cy="20162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91556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如何引入和使用服务框架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0" y="1628278"/>
            <a:ext cx="4283968" cy="33197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 smtClean="0"/>
              <a:t>ConsumerBean</a:t>
            </a:r>
            <a:r>
              <a:rPr lang="zh-CN" altLang="en-US" sz="1400" dirty="0" smtClean="0"/>
              <a:t>是一个通用对象，完成本地和远程服务的桥梁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 smtClean="0"/>
              <a:t>interfaceName</a:t>
            </a:r>
            <a:r>
              <a:rPr lang="zh-CN" altLang="en-US" sz="1400" dirty="0" smtClean="0"/>
              <a:t>是一个接口名称，进行远程通信时，</a:t>
            </a:r>
            <a:r>
              <a:rPr lang="en-US" altLang="zh-CN" sz="1400" dirty="0" err="1" smtClean="0"/>
              <a:t>ConsumerBean</a:t>
            </a:r>
            <a:r>
              <a:rPr lang="zh-CN" altLang="en-US" sz="1400" dirty="0" smtClean="0"/>
              <a:t>必须要知道调用的接口是哪一个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version</a:t>
            </a:r>
            <a:r>
              <a:rPr lang="zh-CN" altLang="en-US" sz="1400" dirty="0" smtClean="0"/>
              <a:t>是版本号，可以用于隔离处理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group</a:t>
            </a:r>
            <a:r>
              <a:rPr lang="zh-CN" altLang="en-US" sz="1400" dirty="0" smtClean="0"/>
              <a:t>是分组，可以对同一接口的远程服务进行分组，调用者可以选择不同的分组调用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1646573632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91556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如何部署</a:t>
            </a:r>
            <a:endParaRPr lang="en-US" altLang="zh-CN" sz="28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47" y="1563638"/>
            <a:ext cx="3784689" cy="14916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613" y="1554354"/>
            <a:ext cx="3831800" cy="15102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2996" y="3352625"/>
            <a:ext cx="2462588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1756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91556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如何通信</a:t>
            </a:r>
            <a:endParaRPr lang="en-US" altLang="zh-CN" sz="28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1456707"/>
            <a:ext cx="5585251" cy="520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840" y="3003798"/>
            <a:ext cx="654997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47937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691534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服务注册发现中心</a:t>
            </a:r>
            <a:endParaRPr lang="en-US" altLang="zh-CN" sz="28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347614"/>
            <a:ext cx="3799359" cy="3032344"/>
          </a:xfrm>
          <a:prstGeom prst="rect">
            <a:avLst/>
          </a:prstGeom>
        </p:spPr>
      </p:pic>
      <p:sp>
        <p:nvSpPr>
          <p:cNvPr id="9" name="内容占位符 32"/>
          <p:cNvSpPr txBox="1">
            <a:spLocks/>
          </p:cNvSpPr>
          <p:nvPr/>
        </p:nvSpPr>
        <p:spPr>
          <a:xfrm>
            <a:off x="107504" y="1635646"/>
            <a:ext cx="5050904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服务注册发现中心为调用者提供服务提供者列表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服务调用者通过注册发现中心查找可用地址并缓存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调用者拿到可用地址列表时，需要考虑路由（负载均衡）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2802292950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825165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服务路由</a:t>
            </a:r>
            <a:endParaRPr lang="en-US" altLang="zh-CN" sz="2800" dirty="0" smtClean="0"/>
          </a:p>
        </p:txBody>
      </p:sp>
      <p:sp>
        <p:nvSpPr>
          <p:cNvPr id="9" name="内容占位符 32"/>
          <p:cNvSpPr txBox="1">
            <a:spLocks/>
          </p:cNvSpPr>
          <p:nvPr/>
        </p:nvSpPr>
        <p:spPr>
          <a:xfrm>
            <a:off x="1043608" y="1707654"/>
            <a:ext cx="5050904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一般情况下，以接口作为服务的粒度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基于接口方法的粒度进行路由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基于接口方法参数的粒度进行路由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359920712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595449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基于接口粒度的路由</a:t>
            </a:r>
            <a:endParaRPr lang="en-US" altLang="zh-CN" sz="28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493" y="1238814"/>
            <a:ext cx="5728084" cy="3241935"/>
          </a:xfrm>
          <a:prstGeom prst="rect">
            <a:avLst/>
          </a:prstGeom>
        </p:spPr>
      </p:pic>
      <p:sp>
        <p:nvSpPr>
          <p:cNvPr id="8" name="内容占位符 32"/>
          <p:cNvSpPr txBox="1">
            <a:spLocks/>
          </p:cNvSpPr>
          <p:nvPr/>
        </p:nvSpPr>
        <p:spPr>
          <a:xfrm>
            <a:off x="29888" y="1923678"/>
            <a:ext cx="3173960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假设方法</a:t>
            </a:r>
            <a:r>
              <a:rPr lang="en-US" altLang="zh-CN" sz="1400" dirty="0" smtClean="0"/>
              <a:t>IA_m1</a:t>
            </a:r>
            <a:r>
              <a:rPr lang="zh-CN" altLang="en-US" sz="1400" dirty="0" smtClean="0"/>
              <a:t>的执行时间非常长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假设服务提供者提供</a:t>
            </a:r>
            <a:r>
              <a:rPr lang="en-US" altLang="zh-CN" sz="1400" dirty="0" smtClean="0"/>
              <a:t>5</a:t>
            </a:r>
            <a:r>
              <a:rPr lang="zh-CN" altLang="en-US" sz="1400" dirty="0" smtClean="0"/>
              <a:t>个线程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假设按照一定顺序的请求</a:t>
            </a:r>
            <a:endParaRPr lang="en-US" altLang="zh-CN" sz="1400" dirty="0" smtClean="0"/>
          </a:p>
          <a:p>
            <a:pPr lvl="1" indent="0" algn="l">
              <a:lnSpc>
                <a:spcPct val="170000"/>
              </a:lnSpc>
            </a:pPr>
            <a:r>
              <a:rPr lang="zh-CN" altLang="en-US" sz="1400" dirty="0" smtClean="0"/>
              <a:t>（</a:t>
            </a:r>
            <a:r>
              <a:rPr lang="en-US" altLang="zh-CN" sz="1400" dirty="0" smtClean="0"/>
              <a:t>IA.m1-&gt;IA.m2-&gt;IB.m1-&gt;IB.m2</a:t>
            </a:r>
            <a:r>
              <a:rPr lang="zh-CN" altLang="en-US" sz="1400" dirty="0" smtClean="0"/>
              <a:t>）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3304353700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595449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基于接口粒度的路由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29888" y="1923678"/>
            <a:ext cx="3386028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调用接口</a:t>
            </a:r>
            <a:r>
              <a:rPr lang="en-US" altLang="zh-CN" sz="1400" dirty="0" smtClean="0"/>
              <a:t>A</a:t>
            </a:r>
            <a:r>
              <a:rPr lang="zh-CN" altLang="en-US" sz="1400" dirty="0" smtClean="0"/>
              <a:t>的请求路由到右上方集群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调用接口</a:t>
            </a:r>
            <a:r>
              <a:rPr lang="en-US" altLang="zh-CN" sz="1400" dirty="0" smtClean="0"/>
              <a:t>B</a:t>
            </a:r>
            <a:r>
              <a:rPr lang="zh-CN" altLang="en-US" sz="1400" dirty="0" smtClean="0"/>
              <a:t>的请求路由到右下方集群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仍然没有解决接口</a:t>
            </a:r>
            <a:r>
              <a:rPr lang="en-US" altLang="zh-CN" sz="1400" dirty="0" smtClean="0"/>
              <a:t>A</a:t>
            </a:r>
            <a:r>
              <a:rPr lang="zh-CN" altLang="en-US" sz="1400" dirty="0" smtClean="0"/>
              <a:t>中的方法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影响方法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的调用（基于方法的路由、基于参数的路由）</a:t>
            </a:r>
            <a:endParaRPr lang="en-US" altLang="zh-CN" sz="14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516" y="1023490"/>
            <a:ext cx="4752061" cy="331254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472290" y="1928449"/>
            <a:ext cx="864096" cy="39277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472290" y="3265610"/>
            <a:ext cx="864096" cy="41326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70303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595449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多机房场景</a:t>
            </a:r>
            <a:endParaRPr lang="en-US" altLang="zh-CN" sz="28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108" y="1112267"/>
            <a:ext cx="4996469" cy="2976241"/>
          </a:xfrm>
          <a:prstGeom prst="rect">
            <a:avLst/>
          </a:prstGeom>
        </p:spPr>
      </p:pic>
      <p:sp>
        <p:nvSpPr>
          <p:cNvPr id="9" name="内容占位符 32"/>
          <p:cNvSpPr txBox="1">
            <a:spLocks/>
          </p:cNvSpPr>
          <p:nvPr/>
        </p:nvSpPr>
        <p:spPr>
          <a:xfrm>
            <a:off x="165090" y="1628279"/>
            <a:ext cx="3614822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同机房中的调用，带宽足够大、延迟低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通过服务注册中心甄别不同机房的调用者，分配同机房的服务提供者地址列表。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通过路由来尽量避免跨机房调用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虚拟机房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836876627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987574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服务调用端流控处理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1043608" y="1707654"/>
            <a:ext cx="5050904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0-1</a:t>
            </a:r>
            <a:r>
              <a:rPr lang="zh-CN" altLang="en-US" sz="1400" dirty="0" smtClean="0"/>
              <a:t>开关，要么完全关闭不允许请求，要么完全开放不限制。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设定固定值，每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秒可以进行的请求次数。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根据服务端自身的接口、方法做控制；为不同接口、方法设置不同的阈值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根据请求来源做不同的限制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3179884754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467544" y="987574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序列化和通信协议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1043608" y="1707654"/>
            <a:ext cx="5050904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序列化：将内存对象转变为二进制数据的过程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反序列化：将二进制数据转换为内存对象的过程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Java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XML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Hessian</a:t>
            </a:r>
            <a:r>
              <a:rPr lang="zh-CN" altLang="en-US" sz="1400" dirty="0" smtClean="0"/>
              <a:t>、</a:t>
            </a:r>
            <a:r>
              <a:rPr lang="en-US" altLang="zh-CN" sz="1400" dirty="0" err="1" smtClean="0"/>
              <a:t>Json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Http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TCP/IP</a:t>
            </a:r>
          </a:p>
        </p:txBody>
      </p:sp>
    </p:spTree>
    <p:extLst>
      <p:ext uri="{BB962C8B-B14F-4D97-AF65-F5344CB8AC3E}">
        <p14:creationId xmlns:p14="http://schemas.microsoft.com/office/powerpoint/2010/main" val="3980368461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539552" y="541834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网络通信选择</a:t>
            </a:r>
            <a:endParaRPr lang="en-US" altLang="zh-CN" sz="28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969591"/>
            <a:ext cx="6641629" cy="403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07680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800" dirty="0" smtClean="0"/>
              <a:t>NIO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44" y="988482"/>
            <a:ext cx="4558438" cy="3549169"/>
          </a:xfrm>
          <a:prstGeom prst="rect">
            <a:avLst/>
          </a:prstGeom>
        </p:spPr>
      </p:pic>
      <p:sp>
        <p:nvSpPr>
          <p:cNvPr id="8" name="内容占位符 32"/>
          <p:cNvSpPr txBox="1">
            <a:spLocks/>
          </p:cNvSpPr>
          <p:nvPr/>
        </p:nvSpPr>
        <p:spPr>
          <a:xfrm>
            <a:off x="165090" y="1628278"/>
            <a:ext cx="3614822" cy="33197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IO</a:t>
            </a:r>
            <a:r>
              <a:rPr lang="zh-CN" altLang="en-US" sz="1400" dirty="0" smtClean="0"/>
              <a:t>线程专门负责和</a:t>
            </a:r>
            <a:r>
              <a:rPr lang="en-US" altLang="zh-CN" sz="1400" dirty="0" smtClean="0"/>
              <a:t>Socket</a:t>
            </a:r>
            <a:r>
              <a:rPr lang="zh-CN" altLang="en-US" sz="1400" dirty="0" smtClean="0"/>
              <a:t>连接进行数据收发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需要发送的数据都会进入数据队列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通信对象保存多个线程使用的通信对象，请求线程会在数据入队之后，生成通信对象，并放入通信对象队列上进行等待。通信对象用于唤醒等待的请求线程。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定时任务负责检查通信对象中超时的对象。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3408458401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6"/>
            <a:ext cx="5050904" cy="5844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800" dirty="0" smtClean="0"/>
              <a:t>NIO</a:t>
            </a:r>
            <a:r>
              <a:rPr lang="zh-CN" altLang="en-US" sz="2800" dirty="0" smtClean="0"/>
              <a:t>调用方式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755576" y="1635646"/>
            <a:ext cx="6048672" cy="1872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 smtClean="0"/>
              <a:t>Oneway</a:t>
            </a:r>
            <a:r>
              <a:rPr lang="zh-CN" altLang="en-US" sz="1400" dirty="0" smtClean="0"/>
              <a:t>：只管发送请求不关心结果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Callback</a:t>
            </a:r>
            <a:r>
              <a:rPr lang="zh-CN" altLang="en-US" sz="1400" dirty="0" smtClean="0"/>
              <a:t>：请求发送之后继续执行后续的操作，对方有响应时执行回调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Future</a:t>
            </a:r>
            <a:r>
              <a:rPr lang="zh-CN" altLang="en-US" sz="1400" dirty="0" smtClean="0"/>
              <a:t>：通过</a:t>
            </a:r>
            <a:r>
              <a:rPr lang="en-US" altLang="zh-CN" sz="1400" dirty="0" smtClean="0"/>
              <a:t>Future</a:t>
            </a:r>
            <a:r>
              <a:rPr lang="zh-CN" altLang="en-US" sz="1400" dirty="0" smtClean="0"/>
              <a:t>获取通信结果并直接控制超时。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105213276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800" dirty="0" err="1" smtClean="0"/>
              <a:t>Oneway</a:t>
            </a:r>
            <a:endParaRPr lang="en-US" altLang="zh-CN" sz="28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1268237"/>
            <a:ext cx="2357983" cy="3044057"/>
          </a:xfrm>
          <a:prstGeom prst="rect">
            <a:avLst/>
          </a:prstGeom>
        </p:spPr>
      </p:pic>
      <p:sp>
        <p:nvSpPr>
          <p:cNvPr id="9" name="内容占位符 32"/>
          <p:cNvSpPr txBox="1">
            <a:spLocks/>
          </p:cNvSpPr>
          <p:nvPr/>
        </p:nvSpPr>
        <p:spPr>
          <a:xfrm>
            <a:off x="165090" y="1628278"/>
            <a:ext cx="3614822" cy="10874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将需要发送的数据入队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执行后续任务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3501443133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800" dirty="0" smtClean="0"/>
              <a:t>Callback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245" y="1131591"/>
            <a:ext cx="5623754" cy="3384375"/>
          </a:xfrm>
          <a:prstGeom prst="rect">
            <a:avLst/>
          </a:prstGeom>
        </p:spPr>
      </p:pic>
      <p:sp>
        <p:nvSpPr>
          <p:cNvPr id="8" name="内容占位符 32"/>
          <p:cNvSpPr txBox="1">
            <a:spLocks/>
          </p:cNvSpPr>
          <p:nvPr/>
        </p:nvSpPr>
        <p:spPr>
          <a:xfrm>
            <a:off x="35496" y="1628278"/>
            <a:ext cx="3614822" cy="209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请求者设置回调对象，将请求数据放入队列之后继续执行后续任务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IO</a:t>
            </a:r>
            <a:r>
              <a:rPr lang="zh-CN" altLang="en-US" sz="1400" dirty="0" smtClean="0"/>
              <a:t>线程在收到服务提供者的返回之后，通知回调对象，执行回调方法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定时任务仍然用于处理超时情况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541974515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800" dirty="0" smtClean="0"/>
              <a:t>Future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1072123"/>
            <a:ext cx="4742051" cy="3692129"/>
          </a:xfrm>
          <a:prstGeom prst="rect">
            <a:avLst/>
          </a:prstGeom>
        </p:spPr>
      </p:pic>
      <p:sp>
        <p:nvSpPr>
          <p:cNvPr id="8" name="内容占位符 32"/>
          <p:cNvSpPr txBox="1">
            <a:spLocks/>
          </p:cNvSpPr>
          <p:nvPr/>
        </p:nvSpPr>
        <p:spPr>
          <a:xfrm>
            <a:off x="35496" y="1628278"/>
            <a:ext cx="3614822" cy="30317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请求者将</a:t>
            </a:r>
            <a:r>
              <a:rPr lang="en-US" altLang="zh-CN" sz="1400" dirty="0" smtClean="0"/>
              <a:t>Future</a:t>
            </a:r>
            <a:r>
              <a:rPr lang="zh-CN" altLang="en-US" sz="1400" dirty="0" smtClean="0"/>
              <a:t>对象放入队列，然后将请求数据放入队列之后继续执行后续任务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后续任务执行完成之后，通过</a:t>
            </a:r>
            <a:r>
              <a:rPr lang="en-US" altLang="zh-CN" sz="1400" dirty="0" smtClean="0"/>
              <a:t>Future</a:t>
            </a:r>
            <a:r>
              <a:rPr lang="zh-CN" altLang="en-US" sz="1400" dirty="0" smtClean="0"/>
              <a:t>获取通信结果并直接控制超时的情况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IO</a:t>
            </a:r>
            <a:r>
              <a:rPr lang="zh-CN" altLang="en-US" sz="1400" dirty="0" smtClean="0"/>
              <a:t>线程仍然是从数据队列中获取请求数据后再进行通信，得到结果之后传给</a:t>
            </a:r>
            <a:r>
              <a:rPr lang="en-US" altLang="zh-CN" sz="1400" dirty="0" smtClean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394297777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服务提供端的设计与实现</a:t>
            </a:r>
            <a:endParaRPr lang="en-US" altLang="zh-CN" sz="28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1419622"/>
            <a:ext cx="4772851" cy="3352800"/>
          </a:xfrm>
          <a:prstGeom prst="rect">
            <a:avLst/>
          </a:prstGeom>
        </p:spPr>
      </p:pic>
      <p:sp>
        <p:nvSpPr>
          <p:cNvPr id="9" name="内容占位符 32"/>
          <p:cNvSpPr txBox="1">
            <a:spLocks/>
          </p:cNvSpPr>
          <p:nvPr/>
        </p:nvSpPr>
        <p:spPr>
          <a:xfrm>
            <a:off x="0" y="2067694"/>
            <a:ext cx="3614822" cy="15915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服务端对本地服务的注册管理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服务</a:t>
            </a:r>
            <a:r>
              <a:rPr lang="zh-CN" altLang="en-US" sz="1400" dirty="0" smtClean="0"/>
              <a:t>端对进来的请求进行定位服务并执行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2367545932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暴露远程服务</a:t>
            </a:r>
            <a:endParaRPr lang="en-US" altLang="zh-CN" sz="28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1419622"/>
            <a:ext cx="5905500" cy="2990850"/>
          </a:xfrm>
          <a:prstGeom prst="rect">
            <a:avLst/>
          </a:prstGeom>
        </p:spPr>
      </p:pic>
      <p:sp>
        <p:nvSpPr>
          <p:cNvPr id="10" name="内容占位符 32"/>
          <p:cNvSpPr txBox="1">
            <a:spLocks/>
          </p:cNvSpPr>
          <p:nvPr/>
        </p:nvSpPr>
        <p:spPr>
          <a:xfrm>
            <a:off x="0" y="2067694"/>
            <a:ext cx="3614822" cy="1872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 smtClean="0"/>
              <a:t>ProviderBean</a:t>
            </a:r>
            <a:r>
              <a:rPr lang="zh-CN" altLang="en-US" sz="1400" dirty="0" smtClean="0"/>
              <a:t>将自己所代表的服务注册到服务注册发现中心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本机也需要一个服务与具体对象的对应关系，需要在本地注册服务和对应服务实例的关系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2726528284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服务端对请求的处理流程</a:t>
            </a:r>
            <a:endParaRPr lang="en-US" altLang="zh-CN" sz="28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99" y="2286000"/>
            <a:ext cx="7311601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99430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线程池隔离</a:t>
            </a:r>
            <a:endParaRPr lang="en-US" altLang="zh-CN" sz="28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902112"/>
            <a:ext cx="3957188" cy="3558895"/>
          </a:xfrm>
          <a:prstGeom prst="rect">
            <a:avLst/>
          </a:prstGeom>
        </p:spPr>
      </p:pic>
      <p:sp>
        <p:nvSpPr>
          <p:cNvPr id="8" name="内容占位符 32"/>
          <p:cNvSpPr txBox="1">
            <a:spLocks/>
          </p:cNvSpPr>
          <p:nvPr/>
        </p:nvSpPr>
        <p:spPr>
          <a:xfrm>
            <a:off x="385053" y="1745455"/>
            <a:ext cx="3614822" cy="1872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服务提供端定位到服务之后，根据服务名称、方法、参数确定具体执行服务调用的线程池。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不同线程池之前隔离，避免线程资源争抢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1801714705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服务提供端的流控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827584" y="1635646"/>
            <a:ext cx="3614822" cy="1872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0-1</a:t>
            </a:r>
            <a:r>
              <a:rPr lang="zh-CN" altLang="en-US" sz="1400" dirty="0" smtClean="0"/>
              <a:t>开关。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限制每秒请求数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对服务进行分级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33902410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691157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服务升级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827584" y="1635646"/>
            <a:ext cx="3614822" cy="1872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增加方法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通过版本号处理</a:t>
            </a:r>
            <a:endParaRPr lang="en-US" altLang="zh-CN" sz="1400" dirty="0" smtClean="0"/>
          </a:p>
          <a:p>
            <a:pPr marL="342900" lvl="1" indent="-3429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设计方法上考虑参数扩展性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88897603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586596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服务治理</a:t>
            </a:r>
            <a:endParaRPr lang="en-US" altLang="zh-CN" sz="2800" dirty="0" smtClean="0"/>
          </a:p>
        </p:txBody>
      </p:sp>
      <p:sp>
        <p:nvSpPr>
          <p:cNvPr id="8" name="内容占位符 32"/>
          <p:cNvSpPr txBox="1">
            <a:spLocks/>
          </p:cNvSpPr>
          <p:nvPr/>
        </p:nvSpPr>
        <p:spPr>
          <a:xfrm>
            <a:off x="2051720" y="1059115"/>
            <a:ext cx="3614822" cy="40107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服务信息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服务质量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服务容量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服务依赖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服务分布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服务统计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服务查询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服务报表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服务监视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服务上下线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服务路由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服务限流降级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服务归组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服务线程池管理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机房规则</a:t>
            </a:r>
            <a:endParaRPr lang="en-US" altLang="zh-CN" sz="1400" dirty="0" smtClean="0"/>
          </a:p>
          <a:p>
            <a:pPr marL="342900" lvl="1" indent="-34290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服务授权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3656422472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服务框架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32"/>
          <p:cNvSpPr txBox="1">
            <a:spLocks/>
          </p:cNvSpPr>
          <p:nvPr/>
        </p:nvSpPr>
        <p:spPr>
          <a:xfrm>
            <a:off x="395536" y="586596"/>
            <a:ext cx="5050904" cy="360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143489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286977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430466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573955" algn="ctr" defTabSz="914400" rtl="0" eaLnBrk="1" latinLnBrk="0" hangingPunct="1">
              <a:spcBef>
                <a:spcPts val="0"/>
              </a:spcBef>
              <a:buSzTx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 smtClean="0"/>
              <a:t>总结</a:t>
            </a:r>
            <a:endParaRPr lang="en-US" altLang="zh-CN" sz="28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1419622"/>
            <a:ext cx="529582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60091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2093500"/>
            <a:ext cx="9144000" cy="446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24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546122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47686</TotalTime>
  <Words>1173</Words>
  <Application>Microsoft Office PowerPoint</Application>
  <PresentationFormat>全屏显示(16:9)</PresentationFormat>
  <Paragraphs>197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7" baseType="lpstr"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叶腾超</dc:creator>
  <cp:lastModifiedBy>代超</cp:lastModifiedBy>
  <cp:revision>913</cp:revision>
  <dcterms:created xsi:type="dcterms:W3CDTF">2017-08-24T03:04:02Z</dcterms:created>
  <dcterms:modified xsi:type="dcterms:W3CDTF">2018-09-28T06:38:27Z</dcterms:modified>
</cp:coreProperties>
</file>