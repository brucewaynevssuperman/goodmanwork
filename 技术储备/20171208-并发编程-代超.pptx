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7" r:id="rId2"/>
    <p:sldId id="258" r:id="rId3"/>
    <p:sldId id="259" r:id="rId4"/>
    <p:sldId id="294" r:id="rId5"/>
    <p:sldId id="311" r:id="rId6"/>
    <p:sldId id="293" r:id="rId7"/>
    <p:sldId id="310" r:id="rId8"/>
    <p:sldId id="295" r:id="rId9"/>
    <p:sldId id="292" r:id="rId10"/>
    <p:sldId id="272" r:id="rId11"/>
    <p:sldId id="302" r:id="rId12"/>
    <p:sldId id="322" r:id="rId13"/>
    <p:sldId id="299" r:id="rId14"/>
    <p:sldId id="323" r:id="rId15"/>
    <p:sldId id="303" r:id="rId16"/>
    <p:sldId id="324" r:id="rId17"/>
    <p:sldId id="304" r:id="rId18"/>
    <p:sldId id="325" r:id="rId19"/>
    <p:sldId id="298" r:id="rId20"/>
    <p:sldId id="327" r:id="rId21"/>
    <p:sldId id="328" r:id="rId22"/>
    <p:sldId id="326" r:id="rId23"/>
    <p:sldId id="329" r:id="rId24"/>
    <p:sldId id="308" r:id="rId25"/>
    <p:sldId id="339" r:id="rId26"/>
    <p:sldId id="309" r:id="rId27"/>
    <p:sldId id="297" r:id="rId28"/>
    <p:sldId id="330" r:id="rId29"/>
    <p:sldId id="331" r:id="rId30"/>
    <p:sldId id="332" r:id="rId31"/>
    <p:sldId id="305" r:id="rId32"/>
    <p:sldId id="333" r:id="rId33"/>
    <p:sldId id="334" r:id="rId34"/>
    <p:sldId id="306" r:id="rId35"/>
    <p:sldId id="312" r:id="rId36"/>
    <p:sldId id="313" r:id="rId37"/>
    <p:sldId id="314" r:id="rId38"/>
    <p:sldId id="336" r:id="rId39"/>
    <p:sldId id="335" r:id="rId40"/>
    <p:sldId id="337" r:id="rId41"/>
    <p:sldId id="342" r:id="rId42"/>
    <p:sldId id="338" r:id="rId43"/>
    <p:sldId id="343" r:id="rId44"/>
    <p:sldId id="341" r:id="rId45"/>
    <p:sldId id="340" r:id="rId46"/>
    <p:sldId id="289" r:id="rId4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代超" initials="代超" lastIdx="1" clrIdx="0">
    <p:extLst>
      <p:ext uri="{19B8F6BF-5375-455C-9EA6-DF929625EA0E}">
        <p15:presenceInfo xmlns:p15="http://schemas.microsoft.com/office/powerpoint/2012/main" userId="S-1-5-21-3427520612-787180917-2663887765-33783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2" autoAdjust="0"/>
    <p:restoredTop sz="98483" autoAdjust="0"/>
  </p:normalViewPr>
  <p:slideViewPr>
    <p:cSldViewPr>
      <p:cViewPr varScale="1">
        <p:scale>
          <a:sx n="92" d="100"/>
          <a:sy n="92" d="100"/>
        </p:scale>
        <p:origin x="103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5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77DDEC-502C-4261-BB9A-99EC0BB2BFCC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07B0355-7BC3-4C37-A203-079A3C3F6614}">
      <dgm:prSet phldrT="[文本]"/>
      <dgm:spPr/>
      <dgm:t>
        <a:bodyPr/>
        <a:lstStyle/>
        <a:p>
          <a:r>
            <a:rPr lang="en-US" altLang="zh-CN" dirty="0" smtClean="0"/>
            <a:t>2</a:t>
          </a:r>
          <a:r>
            <a:rPr lang="zh-CN" altLang="en-US" dirty="0" smtClean="0"/>
            <a:t>、实现并发编程的方式</a:t>
          </a:r>
          <a:endParaRPr lang="zh-CN" altLang="en-US" dirty="0"/>
        </a:p>
      </dgm:t>
    </dgm:pt>
    <dgm:pt modelId="{85B1B3B1-3D8D-46FE-AD85-758570DF86BE}" type="parTrans" cxnId="{6FE0DDBA-6158-4A54-9A24-07124439B017}">
      <dgm:prSet/>
      <dgm:spPr/>
      <dgm:t>
        <a:bodyPr/>
        <a:lstStyle/>
        <a:p>
          <a:endParaRPr lang="zh-CN" altLang="en-US"/>
        </a:p>
      </dgm:t>
    </dgm:pt>
    <dgm:pt modelId="{EF918857-9F24-4F11-A8A0-0518635F00AD}" type="sibTrans" cxnId="{6FE0DDBA-6158-4A54-9A24-07124439B017}">
      <dgm:prSet/>
      <dgm:spPr/>
      <dgm:t>
        <a:bodyPr/>
        <a:lstStyle/>
        <a:p>
          <a:endParaRPr lang="zh-CN" altLang="en-US"/>
        </a:p>
      </dgm:t>
    </dgm:pt>
    <dgm:pt modelId="{34E22613-2FF9-454D-AA70-8C305A1175AE}">
      <dgm:prSet phldrT="[文本]"/>
      <dgm:spPr/>
      <dgm:t>
        <a:bodyPr/>
        <a:lstStyle/>
        <a:p>
          <a:r>
            <a:rPr lang="en-US" altLang="zh-CN" dirty="0" smtClean="0"/>
            <a:t>3</a:t>
          </a:r>
          <a:r>
            <a:rPr lang="zh-CN" altLang="en-US" dirty="0" smtClean="0"/>
            <a:t>、并发编程的实际应用</a:t>
          </a:r>
          <a:endParaRPr lang="en-US" altLang="zh-CN" dirty="0" smtClean="0"/>
        </a:p>
      </dgm:t>
    </dgm:pt>
    <dgm:pt modelId="{A03A043E-6046-4632-A3FE-82CD576CF270}" type="parTrans" cxnId="{30FB2CB0-A7A8-4E8A-BDFF-306EEB3CD0B5}">
      <dgm:prSet/>
      <dgm:spPr/>
      <dgm:t>
        <a:bodyPr/>
        <a:lstStyle/>
        <a:p>
          <a:endParaRPr lang="zh-CN" altLang="en-US"/>
        </a:p>
      </dgm:t>
    </dgm:pt>
    <dgm:pt modelId="{DBE7DC73-4E02-43A9-8C6F-91CC2C2B0222}" type="sibTrans" cxnId="{30FB2CB0-A7A8-4E8A-BDFF-306EEB3CD0B5}">
      <dgm:prSet/>
      <dgm:spPr/>
      <dgm:t>
        <a:bodyPr/>
        <a:lstStyle/>
        <a:p>
          <a:endParaRPr lang="zh-CN" altLang="en-US"/>
        </a:p>
      </dgm:t>
    </dgm:pt>
    <dgm:pt modelId="{15969F5F-735D-4C75-A66D-5862BA7E4C1F}">
      <dgm:prSet phldrT="[文本]"/>
      <dgm:spPr/>
      <dgm:t>
        <a:bodyPr/>
        <a:lstStyle/>
        <a:p>
          <a:r>
            <a:rPr lang="en-US" altLang="zh-CN" dirty="0" smtClean="0"/>
            <a:t>1</a:t>
          </a:r>
          <a:r>
            <a:rPr lang="zh-CN" altLang="en-US" dirty="0" smtClean="0"/>
            <a:t>、一个小问题</a:t>
          </a:r>
          <a:endParaRPr lang="zh-CN" altLang="en-US" dirty="0"/>
        </a:p>
      </dgm:t>
    </dgm:pt>
    <dgm:pt modelId="{B7E82F4D-EE35-4FA7-BC6E-D827F29A49EE}" type="parTrans" cxnId="{EE1F29D3-D2C1-4BE5-9241-FDFFD209CCB1}">
      <dgm:prSet/>
      <dgm:spPr/>
      <dgm:t>
        <a:bodyPr/>
        <a:lstStyle/>
        <a:p>
          <a:endParaRPr lang="zh-CN" altLang="en-US"/>
        </a:p>
      </dgm:t>
    </dgm:pt>
    <dgm:pt modelId="{EFAB3FC9-653E-40EB-982C-9073719AF9D9}" type="sibTrans" cxnId="{EE1F29D3-D2C1-4BE5-9241-FDFFD209CCB1}">
      <dgm:prSet/>
      <dgm:spPr/>
      <dgm:t>
        <a:bodyPr/>
        <a:lstStyle/>
        <a:p>
          <a:endParaRPr lang="zh-CN" altLang="en-US"/>
        </a:p>
      </dgm:t>
    </dgm:pt>
    <dgm:pt modelId="{F2C78E01-6E8B-4D35-AC16-1A18C141EEE9}" type="pres">
      <dgm:prSet presAssocID="{2977DDEC-502C-4261-BB9A-99EC0BB2BFCC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1882A56C-841C-46D0-80BF-F708D59AE0D3}" type="pres">
      <dgm:prSet presAssocID="{15969F5F-735D-4C75-A66D-5862BA7E4C1F}" presName="parentLin" presStyleCnt="0"/>
      <dgm:spPr/>
    </dgm:pt>
    <dgm:pt modelId="{12A0AB29-116A-419D-BB79-D71030411527}" type="pres">
      <dgm:prSet presAssocID="{15969F5F-735D-4C75-A66D-5862BA7E4C1F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92E89D3A-3459-47AC-9FAE-C17BBA63E962}" type="pres">
      <dgm:prSet presAssocID="{15969F5F-735D-4C75-A66D-5862BA7E4C1F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4BD068E-CDF2-428F-A47C-E7BBC6EA39EF}" type="pres">
      <dgm:prSet presAssocID="{15969F5F-735D-4C75-A66D-5862BA7E4C1F}" presName="negativeSpace" presStyleCnt="0"/>
      <dgm:spPr/>
    </dgm:pt>
    <dgm:pt modelId="{1106C14A-EB50-4AB5-BCF8-0B6C39AA3343}" type="pres">
      <dgm:prSet presAssocID="{15969F5F-735D-4C75-A66D-5862BA7E4C1F}" presName="childText" presStyleLbl="conFgAcc1" presStyleIdx="0" presStyleCnt="3">
        <dgm:presLayoutVars>
          <dgm:bulletEnabled val="1"/>
        </dgm:presLayoutVars>
      </dgm:prSet>
      <dgm:spPr/>
    </dgm:pt>
    <dgm:pt modelId="{3C33D810-E56E-4250-A221-B49EBD76066E}" type="pres">
      <dgm:prSet presAssocID="{EFAB3FC9-653E-40EB-982C-9073719AF9D9}" presName="spaceBetweenRectangles" presStyleCnt="0"/>
      <dgm:spPr/>
    </dgm:pt>
    <dgm:pt modelId="{B6425B6D-12B5-4712-ACBF-C2113ABCE374}" type="pres">
      <dgm:prSet presAssocID="{307B0355-7BC3-4C37-A203-079A3C3F6614}" presName="parentLin" presStyleCnt="0"/>
      <dgm:spPr/>
      <dgm:t>
        <a:bodyPr/>
        <a:lstStyle/>
        <a:p>
          <a:endParaRPr lang="zh-CN" altLang="en-US"/>
        </a:p>
      </dgm:t>
    </dgm:pt>
    <dgm:pt modelId="{709AE6A8-055B-454A-A02B-E4E7F729DD91}" type="pres">
      <dgm:prSet presAssocID="{307B0355-7BC3-4C37-A203-079A3C3F6614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DDEB2F94-4AE3-4A2A-A8DB-C41E6397E24C}" type="pres">
      <dgm:prSet presAssocID="{307B0355-7BC3-4C37-A203-079A3C3F6614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D8B4526-03FC-44C2-92EB-4F8B9A53AD7A}" type="pres">
      <dgm:prSet presAssocID="{307B0355-7BC3-4C37-A203-079A3C3F6614}" presName="negativeSpace" presStyleCnt="0"/>
      <dgm:spPr/>
      <dgm:t>
        <a:bodyPr/>
        <a:lstStyle/>
        <a:p>
          <a:endParaRPr lang="zh-CN" altLang="en-US"/>
        </a:p>
      </dgm:t>
    </dgm:pt>
    <dgm:pt modelId="{301F4945-2654-4892-BCC5-36B2F510A36D}" type="pres">
      <dgm:prSet presAssocID="{307B0355-7BC3-4C37-A203-079A3C3F6614}" presName="childText" presStyleLbl="conFgAcc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1F9261B-CCAA-45DE-A83A-C9AF614264FF}" type="pres">
      <dgm:prSet presAssocID="{EF918857-9F24-4F11-A8A0-0518635F00AD}" presName="spaceBetweenRectangles" presStyleCnt="0"/>
      <dgm:spPr/>
      <dgm:t>
        <a:bodyPr/>
        <a:lstStyle/>
        <a:p>
          <a:endParaRPr lang="zh-CN" altLang="en-US"/>
        </a:p>
      </dgm:t>
    </dgm:pt>
    <dgm:pt modelId="{2E975587-64D0-4CDE-BEC2-2F534F0FD0A6}" type="pres">
      <dgm:prSet presAssocID="{34E22613-2FF9-454D-AA70-8C305A1175AE}" presName="parentLin" presStyleCnt="0"/>
      <dgm:spPr/>
      <dgm:t>
        <a:bodyPr/>
        <a:lstStyle/>
        <a:p>
          <a:endParaRPr lang="zh-CN" altLang="en-US"/>
        </a:p>
      </dgm:t>
    </dgm:pt>
    <dgm:pt modelId="{7F40D748-1CDA-407C-85EB-796D3E835CDE}" type="pres">
      <dgm:prSet presAssocID="{34E22613-2FF9-454D-AA70-8C305A1175AE}" presName="parentLeftMargin" presStyleLbl="node1" presStyleIdx="1" presStyleCnt="3"/>
      <dgm:spPr/>
      <dgm:t>
        <a:bodyPr/>
        <a:lstStyle/>
        <a:p>
          <a:endParaRPr lang="zh-CN" altLang="en-US"/>
        </a:p>
      </dgm:t>
    </dgm:pt>
    <dgm:pt modelId="{EC4A9B96-4D67-4CE2-90A8-00BFC23CB23C}" type="pres">
      <dgm:prSet presAssocID="{34E22613-2FF9-454D-AA70-8C305A1175AE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4824492-B292-4FC3-B425-710C13C7B6CB}" type="pres">
      <dgm:prSet presAssocID="{34E22613-2FF9-454D-AA70-8C305A1175AE}" presName="negativeSpace" presStyleCnt="0"/>
      <dgm:spPr/>
      <dgm:t>
        <a:bodyPr/>
        <a:lstStyle/>
        <a:p>
          <a:endParaRPr lang="zh-CN" altLang="en-US"/>
        </a:p>
      </dgm:t>
    </dgm:pt>
    <dgm:pt modelId="{E4930568-3823-40A6-AC2F-3C381F375821}" type="pres">
      <dgm:prSet presAssocID="{34E22613-2FF9-454D-AA70-8C305A1175AE}" presName="childText" presStyleLbl="conFgAcc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FE0DDBA-6158-4A54-9A24-07124439B017}" srcId="{2977DDEC-502C-4261-BB9A-99EC0BB2BFCC}" destId="{307B0355-7BC3-4C37-A203-079A3C3F6614}" srcOrd="1" destOrd="0" parTransId="{85B1B3B1-3D8D-46FE-AD85-758570DF86BE}" sibTransId="{EF918857-9F24-4F11-A8A0-0518635F00AD}"/>
    <dgm:cxn modelId="{36C1A2FF-3FD3-4CCB-823D-A2A1044CA3AC}" type="presOf" srcId="{34E22613-2FF9-454D-AA70-8C305A1175AE}" destId="{7F40D748-1CDA-407C-85EB-796D3E835CDE}" srcOrd="0" destOrd="0" presId="urn:microsoft.com/office/officeart/2005/8/layout/list1"/>
    <dgm:cxn modelId="{E74003C1-7882-4245-9541-3526DEAE8FBB}" type="presOf" srcId="{2977DDEC-502C-4261-BB9A-99EC0BB2BFCC}" destId="{F2C78E01-6E8B-4D35-AC16-1A18C141EEE9}" srcOrd="0" destOrd="0" presId="urn:microsoft.com/office/officeart/2005/8/layout/list1"/>
    <dgm:cxn modelId="{89A67275-ABC8-45E8-965F-275F71365BBF}" type="presOf" srcId="{307B0355-7BC3-4C37-A203-079A3C3F6614}" destId="{709AE6A8-055B-454A-A02B-E4E7F729DD91}" srcOrd="0" destOrd="0" presId="urn:microsoft.com/office/officeart/2005/8/layout/list1"/>
    <dgm:cxn modelId="{30FB2CB0-A7A8-4E8A-BDFF-306EEB3CD0B5}" srcId="{2977DDEC-502C-4261-BB9A-99EC0BB2BFCC}" destId="{34E22613-2FF9-454D-AA70-8C305A1175AE}" srcOrd="2" destOrd="0" parTransId="{A03A043E-6046-4632-A3FE-82CD576CF270}" sibTransId="{DBE7DC73-4E02-43A9-8C6F-91CC2C2B0222}"/>
    <dgm:cxn modelId="{EE1F29D3-D2C1-4BE5-9241-FDFFD209CCB1}" srcId="{2977DDEC-502C-4261-BB9A-99EC0BB2BFCC}" destId="{15969F5F-735D-4C75-A66D-5862BA7E4C1F}" srcOrd="0" destOrd="0" parTransId="{B7E82F4D-EE35-4FA7-BC6E-D827F29A49EE}" sibTransId="{EFAB3FC9-653E-40EB-982C-9073719AF9D9}"/>
    <dgm:cxn modelId="{9E091A12-6324-4527-A291-EBA61EB633B2}" type="presOf" srcId="{15969F5F-735D-4C75-A66D-5862BA7E4C1F}" destId="{12A0AB29-116A-419D-BB79-D71030411527}" srcOrd="0" destOrd="0" presId="urn:microsoft.com/office/officeart/2005/8/layout/list1"/>
    <dgm:cxn modelId="{C8183404-D9A6-4EBB-98D6-58435C522985}" type="presOf" srcId="{15969F5F-735D-4C75-A66D-5862BA7E4C1F}" destId="{92E89D3A-3459-47AC-9FAE-C17BBA63E962}" srcOrd="1" destOrd="0" presId="urn:microsoft.com/office/officeart/2005/8/layout/list1"/>
    <dgm:cxn modelId="{857AE7D5-9419-469B-BFB5-3814256779A4}" type="presOf" srcId="{307B0355-7BC3-4C37-A203-079A3C3F6614}" destId="{DDEB2F94-4AE3-4A2A-A8DB-C41E6397E24C}" srcOrd="1" destOrd="0" presId="urn:microsoft.com/office/officeart/2005/8/layout/list1"/>
    <dgm:cxn modelId="{6B8E11C0-B125-44D4-9DE2-F5AF9AEB8D4D}" type="presOf" srcId="{34E22613-2FF9-454D-AA70-8C305A1175AE}" destId="{EC4A9B96-4D67-4CE2-90A8-00BFC23CB23C}" srcOrd="1" destOrd="0" presId="urn:microsoft.com/office/officeart/2005/8/layout/list1"/>
    <dgm:cxn modelId="{AD7B9F0F-61A5-4BF9-8BDC-F610563FD3B7}" type="presParOf" srcId="{F2C78E01-6E8B-4D35-AC16-1A18C141EEE9}" destId="{1882A56C-841C-46D0-80BF-F708D59AE0D3}" srcOrd="0" destOrd="0" presId="urn:microsoft.com/office/officeart/2005/8/layout/list1"/>
    <dgm:cxn modelId="{B0DFBF2A-0F86-44C5-8DB8-2E3FA6D9DC59}" type="presParOf" srcId="{1882A56C-841C-46D0-80BF-F708D59AE0D3}" destId="{12A0AB29-116A-419D-BB79-D71030411527}" srcOrd="0" destOrd="0" presId="urn:microsoft.com/office/officeart/2005/8/layout/list1"/>
    <dgm:cxn modelId="{E86D0824-108A-4AAE-A2CB-7E93581376FF}" type="presParOf" srcId="{1882A56C-841C-46D0-80BF-F708D59AE0D3}" destId="{92E89D3A-3459-47AC-9FAE-C17BBA63E962}" srcOrd="1" destOrd="0" presId="urn:microsoft.com/office/officeart/2005/8/layout/list1"/>
    <dgm:cxn modelId="{3EE230A8-1BCB-4F2B-914D-3B35F264188F}" type="presParOf" srcId="{F2C78E01-6E8B-4D35-AC16-1A18C141EEE9}" destId="{B4BD068E-CDF2-428F-A47C-E7BBC6EA39EF}" srcOrd="1" destOrd="0" presId="urn:microsoft.com/office/officeart/2005/8/layout/list1"/>
    <dgm:cxn modelId="{693B4AC7-2432-4A36-969B-1BC16BAA6C49}" type="presParOf" srcId="{F2C78E01-6E8B-4D35-AC16-1A18C141EEE9}" destId="{1106C14A-EB50-4AB5-BCF8-0B6C39AA3343}" srcOrd="2" destOrd="0" presId="urn:microsoft.com/office/officeart/2005/8/layout/list1"/>
    <dgm:cxn modelId="{D5C8D62D-D8B5-42F0-AA25-041DA49A0429}" type="presParOf" srcId="{F2C78E01-6E8B-4D35-AC16-1A18C141EEE9}" destId="{3C33D810-E56E-4250-A221-B49EBD76066E}" srcOrd="3" destOrd="0" presId="urn:microsoft.com/office/officeart/2005/8/layout/list1"/>
    <dgm:cxn modelId="{F6A5735B-8401-4811-A237-CCF34995B210}" type="presParOf" srcId="{F2C78E01-6E8B-4D35-AC16-1A18C141EEE9}" destId="{B6425B6D-12B5-4712-ACBF-C2113ABCE374}" srcOrd="4" destOrd="0" presId="urn:microsoft.com/office/officeart/2005/8/layout/list1"/>
    <dgm:cxn modelId="{3EBFE880-9F76-4B7E-88B5-E1369B2F600C}" type="presParOf" srcId="{B6425B6D-12B5-4712-ACBF-C2113ABCE374}" destId="{709AE6A8-055B-454A-A02B-E4E7F729DD91}" srcOrd="0" destOrd="0" presId="urn:microsoft.com/office/officeart/2005/8/layout/list1"/>
    <dgm:cxn modelId="{0EA3B07A-0AB2-4659-A8E0-F34EF263B029}" type="presParOf" srcId="{B6425B6D-12B5-4712-ACBF-C2113ABCE374}" destId="{DDEB2F94-4AE3-4A2A-A8DB-C41E6397E24C}" srcOrd="1" destOrd="0" presId="urn:microsoft.com/office/officeart/2005/8/layout/list1"/>
    <dgm:cxn modelId="{ABC56482-E0FA-44F4-8934-D19D79628F6E}" type="presParOf" srcId="{F2C78E01-6E8B-4D35-AC16-1A18C141EEE9}" destId="{8D8B4526-03FC-44C2-92EB-4F8B9A53AD7A}" srcOrd="5" destOrd="0" presId="urn:microsoft.com/office/officeart/2005/8/layout/list1"/>
    <dgm:cxn modelId="{EAACC4D7-94D7-4899-A5BE-3DA489D249DB}" type="presParOf" srcId="{F2C78E01-6E8B-4D35-AC16-1A18C141EEE9}" destId="{301F4945-2654-4892-BCC5-36B2F510A36D}" srcOrd="6" destOrd="0" presId="urn:microsoft.com/office/officeart/2005/8/layout/list1"/>
    <dgm:cxn modelId="{1ECC14CD-D058-4B30-AFBF-C4B104C961E9}" type="presParOf" srcId="{F2C78E01-6E8B-4D35-AC16-1A18C141EEE9}" destId="{81F9261B-CCAA-45DE-A83A-C9AF614264FF}" srcOrd="7" destOrd="0" presId="urn:microsoft.com/office/officeart/2005/8/layout/list1"/>
    <dgm:cxn modelId="{E2A7A416-BFCC-4CB7-A12F-E000756B866D}" type="presParOf" srcId="{F2C78E01-6E8B-4D35-AC16-1A18C141EEE9}" destId="{2E975587-64D0-4CDE-BEC2-2F534F0FD0A6}" srcOrd="8" destOrd="0" presId="urn:microsoft.com/office/officeart/2005/8/layout/list1"/>
    <dgm:cxn modelId="{99248976-CA4A-4787-AEC8-526EEE43704D}" type="presParOf" srcId="{2E975587-64D0-4CDE-BEC2-2F534F0FD0A6}" destId="{7F40D748-1CDA-407C-85EB-796D3E835CDE}" srcOrd="0" destOrd="0" presId="urn:microsoft.com/office/officeart/2005/8/layout/list1"/>
    <dgm:cxn modelId="{843B3F46-E3CC-4936-BBE3-40289E3EFB82}" type="presParOf" srcId="{2E975587-64D0-4CDE-BEC2-2F534F0FD0A6}" destId="{EC4A9B96-4D67-4CE2-90A8-00BFC23CB23C}" srcOrd="1" destOrd="0" presId="urn:microsoft.com/office/officeart/2005/8/layout/list1"/>
    <dgm:cxn modelId="{C18745BD-1B46-45DD-B4E3-E0217766120B}" type="presParOf" srcId="{F2C78E01-6E8B-4D35-AC16-1A18C141EEE9}" destId="{54824492-B292-4FC3-B425-710C13C7B6CB}" srcOrd="9" destOrd="0" presId="urn:microsoft.com/office/officeart/2005/8/layout/list1"/>
    <dgm:cxn modelId="{B5195553-4621-40F1-9BD6-7B56FD0EE7A8}" type="presParOf" srcId="{F2C78E01-6E8B-4D35-AC16-1A18C141EEE9}" destId="{E4930568-3823-40A6-AC2F-3C381F37582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E9F52F-DEA7-40A9-91B7-CE667E2F75F7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FE4D89C-5F4D-4D40-B27C-F9BD5E8E2D89}">
      <dgm:prSet phldrT="[文本]"/>
      <dgm:spPr/>
      <dgm:t>
        <a:bodyPr/>
        <a:lstStyle/>
        <a:p>
          <a:r>
            <a:rPr lang="zh-CN" altLang="en-US" dirty="0" smtClean="0"/>
            <a:t>单线程</a:t>
          </a:r>
          <a:endParaRPr lang="zh-CN" altLang="en-US" dirty="0"/>
        </a:p>
      </dgm:t>
    </dgm:pt>
    <dgm:pt modelId="{BD72682D-BB5F-4019-9DA2-41B9C65035E3}" type="parTrans" cxnId="{34F366E0-AADD-449F-9CBC-1810EF3A0DFF}">
      <dgm:prSet/>
      <dgm:spPr/>
      <dgm:t>
        <a:bodyPr/>
        <a:lstStyle/>
        <a:p>
          <a:endParaRPr lang="zh-CN" altLang="en-US"/>
        </a:p>
      </dgm:t>
    </dgm:pt>
    <dgm:pt modelId="{48575785-57BB-4308-AB20-BD6696FC2607}" type="sibTrans" cxnId="{34F366E0-AADD-449F-9CBC-1810EF3A0DFF}">
      <dgm:prSet/>
      <dgm:spPr/>
      <dgm:t>
        <a:bodyPr/>
        <a:lstStyle/>
        <a:p>
          <a:endParaRPr lang="zh-CN" altLang="en-US"/>
        </a:p>
      </dgm:t>
    </dgm:pt>
    <dgm:pt modelId="{ACD7C67E-DFCC-40AB-B3EC-F32B8829BC5B}">
      <dgm:prSet phldrT="[文本]"/>
      <dgm:spPr/>
      <dgm:t>
        <a:bodyPr/>
        <a:lstStyle/>
        <a:p>
          <a:r>
            <a:rPr lang="zh-CN" altLang="en-US" b="0" i="0" dirty="0" smtClean="0"/>
            <a:t>单线程。</a:t>
          </a:r>
          <a:endParaRPr lang="zh-CN" altLang="en-US" dirty="0"/>
        </a:p>
      </dgm:t>
    </dgm:pt>
    <dgm:pt modelId="{A3FD6BBF-952E-4522-8339-972FCF22E196}" type="parTrans" cxnId="{AC15700B-1C7F-4504-AECC-A7077F3838EF}">
      <dgm:prSet/>
      <dgm:spPr/>
      <dgm:t>
        <a:bodyPr/>
        <a:lstStyle/>
        <a:p>
          <a:endParaRPr lang="zh-CN" altLang="en-US"/>
        </a:p>
      </dgm:t>
    </dgm:pt>
    <dgm:pt modelId="{89E5F710-1E43-4AD3-B7DB-28B135C55A1A}" type="sibTrans" cxnId="{AC15700B-1C7F-4504-AECC-A7077F3838EF}">
      <dgm:prSet/>
      <dgm:spPr/>
      <dgm:t>
        <a:bodyPr/>
        <a:lstStyle/>
        <a:p>
          <a:endParaRPr lang="zh-CN" altLang="en-US"/>
        </a:p>
      </dgm:t>
    </dgm:pt>
    <dgm:pt modelId="{25CB536E-AC16-4E19-B7EA-351D39858101}">
      <dgm:prSet phldrT="[文本]"/>
      <dgm:spPr/>
      <dgm:t>
        <a:bodyPr/>
        <a:lstStyle/>
        <a:p>
          <a:r>
            <a:rPr lang="zh-CN" altLang="en-US" dirty="0" smtClean="0"/>
            <a:t>多线程</a:t>
          </a:r>
          <a:endParaRPr lang="zh-CN" altLang="en-US" dirty="0"/>
        </a:p>
      </dgm:t>
    </dgm:pt>
    <dgm:pt modelId="{9F7D6177-1D50-4FEE-BA19-F7593A0FDB67}" type="parTrans" cxnId="{3A49E76C-5678-40AA-B0E2-FADB8D1979EA}">
      <dgm:prSet/>
      <dgm:spPr/>
      <dgm:t>
        <a:bodyPr/>
        <a:lstStyle/>
        <a:p>
          <a:endParaRPr lang="zh-CN" altLang="en-US"/>
        </a:p>
      </dgm:t>
    </dgm:pt>
    <dgm:pt modelId="{C9CA8BE3-A037-44C5-B8AF-7C6A29C98878}" type="sibTrans" cxnId="{3A49E76C-5678-40AA-B0E2-FADB8D1979EA}">
      <dgm:prSet/>
      <dgm:spPr/>
      <dgm:t>
        <a:bodyPr/>
        <a:lstStyle/>
        <a:p>
          <a:endParaRPr lang="zh-CN" altLang="en-US"/>
        </a:p>
      </dgm:t>
    </dgm:pt>
    <dgm:pt modelId="{D1D48B7D-9A8B-4998-8AF8-E672AE485091}">
      <dgm:prSet phldrT="[文本]"/>
      <dgm:spPr/>
      <dgm:t>
        <a:bodyPr/>
        <a:lstStyle/>
        <a:p>
          <a:r>
            <a:rPr lang="zh-CN" altLang="en-US" b="0" i="0" dirty="0" smtClean="0"/>
            <a:t>通过继承</a:t>
          </a:r>
          <a:r>
            <a:rPr lang="en-US" altLang="zh-CN" b="0" i="0" dirty="0" smtClean="0"/>
            <a:t>Thread</a:t>
          </a:r>
          <a:r>
            <a:rPr lang="zh-CN" altLang="en-US" b="0" i="0" dirty="0" smtClean="0"/>
            <a:t>类或者实现</a:t>
          </a:r>
          <a:r>
            <a:rPr lang="en-US" altLang="zh-CN" b="0" i="0" dirty="0" err="1" smtClean="0"/>
            <a:t>Runable</a:t>
          </a:r>
          <a:r>
            <a:rPr lang="zh-CN" altLang="en-US" b="0" i="0" smtClean="0"/>
            <a:t>接口启动多</a:t>
          </a:r>
          <a:r>
            <a:rPr lang="zh-CN" altLang="en-US" b="0" i="0" dirty="0" smtClean="0"/>
            <a:t>线程。</a:t>
          </a:r>
          <a:endParaRPr lang="zh-CN" altLang="en-US" dirty="0"/>
        </a:p>
      </dgm:t>
    </dgm:pt>
    <dgm:pt modelId="{3AF0E003-1675-478E-AD35-6D5B48F41869}" type="parTrans" cxnId="{1C2FA978-43E6-4525-B030-1EFC9987C951}">
      <dgm:prSet/>
      <dgm:spPr/>
      <dgm:t>
        <a:bodyPr/>
        <a:lstStyle/>
        <a:p>
          <a:endParaRPr lang="zh-CN" altLang="en-US"/>
        </a:p>
      </dgm:t>
    </dgm:pt>
    <dgm:pt modelId="{A3BF4683-0E00-4F7F-A7BC-AC5652F07616}" type="sibTrans" cxnId="{1C2FA978-43E6-4525-B030-1EFC9987C951}">
      <dgm:prSet/>
      <dgm:spPr/>
      <dgm:t>
        <a:bodyPr/>
        <a:lstStyle/>
        <a:p>
          <a:endParaRPr lang="zh-CN" altLang="en-US"/>
        </a:p>
      </dgm:t>
    </dgm:pt>
    <dgm:pt modelId="{3EFC0694-6206-4028-B181-6E0248250E44}">
      <dgm:prSet phldrT="[文本]"/>
      <dgm:spPr/>
      <dgm:t>
        <a:bodyPr/>
        <a:lstStyle/>
        <a:p>
          <a:r>
            <a:rPr lang="zh-CN" altLang="en-US" dirty="0" smtClean="0"/>
            <a:t>线程池</a:t>
          </a:r>
          <a:endParaRPr lang="zh-CN" altLang="en-US" dirty="0"/>
        </a:p>
      </dgm:t>
    </dgm:pt>
    <dgm:pt modelId="{7668CFB6-0F6E-4986-8F29-A26F335F3D1A}" type="parTrans" cxnId="{F1AA2208-BE25-4C10-8467-FAB91D8B24E6}">
      <dgm:prSet/>
      <dgm:spPr/>
      <dgm:t>
        <a:bodyPr/>
        <a:lstStyle/>
        <a:p>
          <a:endParaRPr lang="zh-CN" altLang="en-US"/>
        </a:p>
      </dgm:t>
    </dgm:pt>
    <dgm:pt modelId="{1BE6069C-813C-41B8-8A9C-7A8499546172}" type="sibTrans" cxnId="{F1AA2208-BE25-4C10-8467-FAB91D8B24E6}">
      <dgm:prSet/>
      <dgm:spPr/>
      <dgm:t>
        <a:bodyPr/>
        <a:lstStyle/>
        <a:p>
          <a:endParaRPr lang="zh-CN" altLang="en-US"/>
        </a:p>
      </dgm:t>
    </dgm:pt>
    <dgm:pt modelId="{C28681D9-5398-4956-9EC0-E38E454D5085}">
      <dgm:prSet phldrT="[文本]"/>
      <dgm:spPr/>
      <dgm:t>
        <a:bodyPr/>
        <a:lstStyle/>
        <a:p>
          <a:r>
            <a:rPr lang="zh-CN" altLang="en-US" b="0" i="0" dirty="0" smtClean="0"/>
            <a:t>通过</a:t>
          </a:r>
          <a:r>
            <a:rPr lang="en-US" altLang="en-US" b="0" i="0" dirty="0" smtClean="0"/>
            <a:t>Executors</a:t>
          </a:r>
          <a:r>
            <a:rPr lang="zh-CN" altLang="en-US" b="0" i="0" dirty="0" smtClean="0"/>
            <a:t>或者</a:t>
          </a:r>
          <a:r>
            <a:rPr lang="en-US" altLang="en-US" b="0" i="0" dirty="0" err="1" smtClean="0"/>
            <a:t>ThreadPoolExecutor</a:t>
          </a:r>
          <a:r>
            <a:rPr lang="zh-CN" altLang="en-US" b="0" i="0" dirty="0" smtClean="0"/>
            <a:t>创建线程池。</a:t>
          </a:r>
          <a:endParaRPr lang="zh-CN" altLang="en-US" dirty="0"/>
        </a:p>
      </dgm:t>
    </dgm:pt>
    <dgm:pt modelId="{90B2FC98-2943-44FC-B4BB-896DE4D278FB}" type="parTrans" cxnId="{647A824C-4C07-4439-9B6B-D79DF7EF0E4A}">
      <dgm:prSet/>
      <dgm:spPr/>
      <dgm:t>
        <a:bodyPr/>
        <a:lstStyle/>
        <a:p>
          <a:endParaRPr lang="zh-CN" altLang="en-US"/>
        </a:p>
      </dgm:t>
    </dgm:pt>
    <dgm:pt modelId="{DE59CEE2-0349-4929-9A9D-7C61DE58790C}" type="sibTrans" cxnId="{647A824C-4C07-4439-9B6B-D79DF7EF0E4A}">
      <dgm:prSet/>
      <dgm:spPr/>
      <dgm:t>
        <a:bodyPr/>
        <a:lstStyle/>
        <a:p>
          <a:endParaRPr lang="zh-CN" altLang="en-US"/>
        </a:p>
      </dgm:t>
    </dgm:pt>
    <dgm:pt modelId="{4F8EB8BB-8030-4E66-9259-656715FBDF82}">
      <dgm:prSet phldrT="[文本]"/>
      <dgm:spPr/>
      <dgm:t>
        <a:bodyPr/>
        <a:lstStyle/>
        <a:p>
          <a:r>
            <a:rPr lang="en-US" altLang="zh-CN" dirty="0" smtClean="0"/>
            <a:t>Fork/Join</a:t>
          </a:r>
          <a:endParaRPr lang="zh-CN" altLang="en-US" dirty="0"/>
        </a:p>
      </dgm:t>
    </dgm:pt>
    <dgm:pt modelId="{6C80F776-96AA-4BDD-89FD-3991005AFE67}" type="parTrans" cxnId="{6D979A63-7743-474D-963D-D6C48FF689C5}">
      <dgm:prSet/>
      <dgm:spPr/>
      <dgm:t>
        <a:bodyPr/>
        <a:lstStyle/>
        <a:p>
          <a:endParaRPr lang="zh-CN" altLang="en-US"/>
        </a:p>
      </dgm:t>
    </dgm:pt>
    <dgm:pt modelId="{C1111C92-7859-46D7-9AE1-851D910D9B78}" type="sibTrans" cxnId="{6D979A63-7743-474D-963D-D6C48FF689C5}">
      <dgm:prSet/>
      <dgm:spPr/>
      <dgm:t>
        <a:bodyPr/>
        <a:lstStyle/>
        <a:p>
          <a:endParaRPr lang="zh-CN" altLang="en-US"/>
        </a:p>
      </dgm:t>
    </dgm:pt>
    <dgm:pt modelId="{3898C82D-82BB-4283-ABA8-67F905ED3147}">
      <dgm:prSet phldrT="[文本]"/>
      <dgm:spPr/>
      <dgm:t>
        <a:bodyPr/>
        <a:lstStyle/>
        <a:p>
          <a:r>
            <a:rPr lang="zh-CN" altLang="en-US" dirty="0" smtClean="0"/>
            <a:t>通过</a:t>
          </a:r>
          <a:r>
            <a:rPr lang="en-US" b="0" i="0" dirty="0" err="1" smtClean="0"/>
            <a:t>ForkJoinPool</a:t>
          </a:r>
          <a:r>
            <a:rPr lang="zh-CN" altLang="en-US" b="0" i="0" dirty="0" smtClean="0"/>
            <a:t>类来启动线程池</a:t>
          </a:r>
          <a:r>
            <a:rPr lang="zh-CN" altLang="en-US" dirty="0" smtClean="0"/>
            <a:t>。</a:t>
          </a:r>
          <a:endParaRPr lang="zh-CN" altLang="en-US" dirty="0"/>
        </a:p>
      </dgm:t>
    </dgm:pt>
    <dgm:pt modelId="{53086D50-E729-4FAF-9A3B-9E76C96C5137}" type="parTrans" cxnId="{4C9A0BF8-9BE9-4922-9B5B-AB1E8F22187F}">
      <dgm:prSet/>
      <dgm:spPr/>
      <dgm:t>
        <a:bodyPr/>
        <a:lstStyle/>
        <a:p>
          <a:endParaRPr lang="zh-CN" altLang="en-US"/>
        </a:p>
      </dgm:t>
    </dgm:pt>
    <dgm:pt modelId="{F1AC87BD-21B1-4857-8A39-B2562F79E4AD}" type="sibTrans" cxnId="{4C9A0BF8-9BE9-4922-9B5B-AB1E8F22187F}">
      <dgm:prSet/>
      <dgm:spPr/>
      <dgm:t>
        <a:bodyPr/>
        <a:lstStyle/>
        <a:p>
          <a:endParaRPr lang="zh-CN" altLang="en-US"/>
        </a:p>
      </dgm:t>
    </dgm:pt>
    <dgm:pt modelId="{79109EBE-6299-48C8-87A0-C3D21A961E84}">
      <dgm:prSet phldrT="[文本]"/>
      <dgm:spPr/>
      <dgm:t>
        <a:bodyPr/>
        <a:lstStyle/>
        <a:p>
          <a:r>
            <a:rPr lang="en-US" altLang="zh-CN" dirty="0" smtClean="0"/>
            <a:t>Actor</a:t>
          </a:r>
          <a:r>
            <a:rPr lang="zh-CN" altLang="en-US" dirty="0" smtClean="0"/>
            <a:t>模型</a:t>
          </a:r>
          <a:endParaRPr lang="zh-CN" altLang="en-US" dirty="0"/>
        </a:p>
      </dgm:t>
    </dgm:pt>
    <dgm:pt modelId="{45662879-C1DE-48AD-82C6-9C3F3D3089B2}" type="parTrans" cxnId="{E1436CA1-AF07-4994-BBAB-411CC2CF7365}">
      <dgm:prSet/>
      <dgm:spPr/>
      <dgm:t>
        <a:bodyPr/>
        <a:lstStyle/>
        <a:p>
          <a:endParaRPr lang="zh-CN" altLang="en-US"/>
        </a:p>
      </dgm:t>
    </dgm:pt>
    <dgm:pt modelId="{96FC11A9-DA07-42B7-9B7E-4145B6A0E82B}" type="sibTrans" cxnId="{E1436CA1-AF07-4994-BBAB-411CC2CF7365}">
      <dgm:prSet/>
      <dgm:spPr/>
      <dgm:t>
        <a:bodyPr/>
        <a:lstStyle/>
        <a:p>
          <a:endParaRPr lang="zh-CN" altLang="en-US"/>
        </a:p>
      </dgm:t>
    </dgm:pt>
    <dgm:pt modelId="{8EEDDED4-17E4-4B47-9620-A695B0DA6893}">
      <dgm:prSet/>
      <dgm:spPr/>
      <dgm:t>
        <a:bodyPr/>
        <a:lstStyle/>
        <a:p>
          <a:r>
            <a:rPr lang="zh-CN" altLang="en-US" dirty="0" smtClean="0"/>
            <a:t>第三方框架</a:t>
          </a:r>
          <a:r>
            <a:rPr lang="en-US" altLang="zh-CN" dirty="0" err="1" smtClean="0"/>
            <a:t>Akka</a:t>
          </a:r>
          <a:endParaRPr lang="zh-CN" altLang="en-US" dirty="0"/>
        </a:p>
      </dgm:t>
    </dgm:pt>
    <dgm:pt modelId="{5E6D587C-53E5-4F8B-A093-66C6FE7F0193}" type="parTrans" cxnId="{07AA166F-5186-4A43-AB2B-402C36681340}">
      <dgm:prSet/>
      <dgm:spPr/>
      <dgm:t>
        <a:bodyPr/>
        <a:lstStyle/>
        <a:p>
          <a:endParaRPr lang="zh-CN" altLang="en-US"/>
        </a:p>
      </dgm:t>
    </dgm:pt>
    <dgm:pt modelId="{9941D64D-6E25-4D93-95BC-44F56CBF187A}" type="sibTrans" cxnId="{07AA166F-5186-4A43-AB2B-402C36681340}">
      <dgm:prSet/>
      <dgm:spPr/>
      <dgm:t>
        <a:bodyPr/>
        <a:lstStyle/>
        <a:p>
          <a:endParaRPr lang="zh-CN" altLang="en-US"/>
        </a:p>
      </dgm:t>
    </dgm:pt>
    <dgm:pt modelId="{0B900FCD-CD5E-4087-ADCA-041659FC2087}" type="pres">
      <dgm:prSet presAssocID="{28E9F52F-DEA7-40A9-91B7-CE667E2F75F7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06CCD87-6DC8-4887-A7D9-9E1E051F664C}" type="pres">
      <dgm:prSet presAssocID="{9FE4D89C-5F4D-4D40-B27C-F9BD5E8E2D89}" presName="composite" presStyleCnt="0"/>
      <dgm:spPr/>
    </dgm:pt>
    <dgm:pt modelId="{78B146E8-62B0-4EEA-AD0C-9D5DC018941A}" type="pres">
      <dgm:prSet presAssocID="{9FE4D89C-5F4D-4D40-B27C-F9BD5E8E2D89}" presName="parTx" presStyleLbl="alignNode1" presStyleIdx="0" presStyleCnt="5" custLinFactNeighborX="-166" custLinFactNeighborY="-203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B38E451-DB55-4424-9190-20225ED28DDF}" type="pres">
      <dgm:prSet presAssocID="{9FE4D89C-5F4D-4D40-B27C-F9BD5E8E2D89}" presName="desTx" presStyleLbl="alignAccFollowNode1" presStyleIdx="0" presStyleCnt="5" custScaleY="100000" custLinFactNeighborY="-16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177A31D-235B-4C5F-AB9F-63A6D810DD71}" type="pres">
      <dgm:prSet presAssocID="{48575785-57BB-4308-AB20-BD6696FC2607}" presName="space" presStyleCnt="0"/>
      <dgm:spPr/>
    </dgm:pt>
    <dgm:pt modelId="{3DFE8A56-3BF9-4BC6-A7B5-CC632573618E}" type="pres">
      <dgm:prSet presAssocID="{25CB536E-AC16-4E19-B7EA-351D39858101}" presName="composite" presStyleCnt="0"/>
      <dgm:spPr/>
    </dgm:pt>
    <dgm:pt modelId="{2619927F-2BCF-4909-A2A6-14FB18DEB16F}" type="pres">
      <dgm:prSet presAssocID="{25CB536E-AC16-4E19-B7EA-351D39858101}" presName="parTx" presStyleLbl="alignNode1" presStyleIdx="1" presStyleCnt="5" custLinFactNeighborX="-166" custLinFactNeighborY="-71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8B20566-7A2E-4373-BE76-1883130C79FD}" type="pres">
      <dgm:prSet presAssocID="{25CB536E-AC16-4E19-B7EA-351D39858101}" presName="desTx" presStyleLbl="alignAccFollowNode1" presStyleIdx="1" presStyleCnt="5" custScaleY="100000" custLinFactNeighborY="-16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A1FA82B-61AD-426F-BE85-23A9FD0CF065}" type="pres">
      <dgm:prSet presAssocID="{C9CA8BE3-A037-44C5-B8AF-7C6A29C98878}" presName="space" presStyleCnt="0"/>
      <dgm:spPr/>
    </dgm:pt>
    <dgm:pt modelId="{C857F202-FD49-43EF-BAAB-A23C499ACD00}" type="pres">
      <dgm:prSet presAssocID="{3EFC0694-6206-4028-B181-6E0248250E44}" presName="composite" presStyleCnt="0"/>
      <dgm:spPr/>
    </dgm:pt>
    <dgm:pt modelId="{47FA6AEB-843A-4F64-924F-814E60453CA5}" type="pres">
      <dgm:prSet presAssocID="{3EFC0694-6206-4028-B181-6E0248250E44}" presName="parTx" presStyleLbl="alignNode1" presStyleIdx="2" presStyleCnt="5" custLinFactNeighborX="-166" custLinFactNeighborY="-71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ED8862B-1466-4567-A29C-E047A730E31C}" type="pres">
      <dgm:prSet presAssocID="{3EFC0694-6206-4028-B181-6E0248250E44}" presName="desTx" presStyleLbl="alignAccFollowNode1" presStyleIdx="2" presStyleCnt="5" custScaleY="100000" custLinFactNeighborY="-16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253AFC-2173-4467-8B48-EAAE48A54B90}" type="pres">
      <dgm:prSet presAssocID="{1BE6069C-813C-41B8-8A9C-7A8499546172}" presName="space" presStyleCnt="0"/>
      <dgm:spPr/>
    </dgm:pt>
    <dgm:pt modelId="{AF17910A-3D22-41F3-BA65-CA45833B8AE2}" type="pres">
      <dgm:prSet presAssocID="{4F8EB8BB-8030-4E66-9259-656715FBDF82}" presName="composite" presStyleCnt="0"/>
      <dgm:spPr/>
    </dgm:pt>
    <dgm:pt modelId="{8223F544-F482-4353-9645-8CF196F88637}" type="pres">
      <dgm:prSet presAssocID="{4F8EB8BB-8030-4E66-9259-656715FBDF82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F46DD06-183D-4035-8E01-AC207BDF07EE}" type="pres">
      <dgm:prSet presAssocID="{4F8EB8BB-8030-4E66-9259-656715FBDF82}" presName="desTx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AA617B4-A278-4B85-8BFF-F37CAB2BE635}" type="pres">
      <dgm:prSet presAssocID="{C1111C92-7859-46D7-9AE1-851D910D9B78}" presName="space" presStyleCnt="0"/>
      <dgm:spPr/>
    </dgm:pt>
    <dgm:pt modelId="{44565518-4C20-40EB-8F6C-37CB996065BE}" type="pres">
      <dgm:prSet presAssocID="{79109EBE-6299-48C8-87A0-C3D21A961E84}" presName="composite" presStyleCnt="0"/>
      <dgm:spPr/>
    </dgm:pt>
    <dgm:pt modelId="{7DD0C5F1-D654-4EB6-955F-47560FE07D85}" type="pres">
      <dgm:prSet presAssocID="{79109EBE-6299-48C8-87A0-C3D21A961E84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22D79BB-6601-479A-8DF8-804CBA63442B}" type="pres">
      <dgm:prSet presAssocID="{79109EBE-6299-48C8-87A0-C3D21A961E84}" presName="desTx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C15700B-1C7F-4504-AECC-A7077F3838EF}" srcId="{9FE4D89C-5F4D-4D40-B27C-F9BD5E8E2D89}" destId="{ACD7C67E-DFCC-40AB-B3EC-F32B8829BC5B}" srcOrd="0" destOrd="0" parTransId="{A3FD6BBF-952E-4522-8339-972FCF22E196}" sibTransId="{89E5F710-1E43-4AD3-B7DB-28B135C55A1A}"/>
    <dgm:cxn modelId="{07AA166F-5186-4A43-AB2B-402C36681340}" srcId="{79109EBE-6299-48C8-87A0-C3D21A961E84}" destId="{8EEDDED4-17E4-4B47-9620-A695B0DA6893}" srcOrd="0" destOrd="0" parTransId="{5E6D587C-53E5-4F8B-A093-66C6FE7F0193}" sibTransId="{9941D64D-6E25-4D93-95BC-44F56CBF187A}"/>
    <dgm:cxn modelId="{1C2FA978-43E6-4525-B030-1EFC9987C951}" srcId="{25CB536E-AC16-4E19-B7EA-351D39858101}" destId="{D1D48B7D-9A8B-4998-8AF8-E672AE485091}" srcOrd="0" destOrd="0" parTransId="{3AF0E003-1675-478E-AD35-6D5B48F41869}" sibTransId="{A3BF4683-0E00-4F7F-A7BC-AC5652F07616}"/>
    <dgm:cxn modelId="{E1436CA1-AF07-4994-BBAB-411CC2CF7365}" srcId="{28E9F52F-DEA7-40A9-91B7-CE667E2F75F7}" destId="{79109EBE-6299-48C8-87A0-C3D21A961E84}" srcOrd="4" destOrd="0" parTransId="{45662879-C1DE-48AD-82C6-9C3F3D3089B2}" sibTransId="{96FC11A9-DA07-42B7-9B7E-4145B6A0E82B}"/>
    <dgm:cxn modelId="{52136E4A-1F28-428C-9B19-1FFDA2674BCD}" type="presOf" srcId="{79109EBE-6299-48C8-87A0-C3D21A961E84}" destId="{7DD0C5F1-D654-4EB6-955F-47560FE07D85}" srcOrd="0" destOrd="0" presId="urn:microsoft.com/office/officeart/2005/8/layout/hList1"/>
    <dgm:cxn modelId="{14C45EB1-E5B8-4246-8DF1-025EE1D4BC97}" type="presOf" srcId="{3EFC0694-6206-4028-B181-6E0248250E44}" destId="{47FA6AEB-843A-4F64-924F-814E60453CA5}" srcOrd="0" destOrd="0" presId="urn:microsoft.com/office/officeart/2005/8/layout/hList1"/>
    <dgm:cxn modelId="{BD51F6E7-BF65-4F21-A233-1E6D8FC34CD9}" type="presOf" srcId="{8EEDDED4-17E4-4B47-9620-A695B0DA6893}" destId="{F22D79BB-6601-479A-8DF8-804CBA63442B}" srcOrd="0" destOrd="0" presId="urn:microsoft.com/office/officeart/2005/8/layout/hList1"/>
    <dgm:cxn modelId="{DC4019C2-6670-4387-AC5D-93871DA8CB64}" type="presOf" srcId="{ACD7C67E-DFCC-40AB-B3EC-F32B8829BC5B}" destId="{7B38E451-DB55-4424-9190-20225ED28DDF}" srcOrd="0" destOrd="0" presId="urn:microsoft.com/office/officeart/2005/8/layout/hList1"/>
    <dgm:cxn modelId="{34F366E0-AADD-449F-9CBC-1810EF3A0DFF}" srcId="{28E9F52F-DEA7-40A9-91B7-CE667E2F75F7}" destId="{9FE4D89C-5F4D-4D40-B27C-F9BD5E8E2D89}" srcOrd="0" destOrd="0" parTransId="{BD72682D-BB5F-4019-9DA2-41B9C65035E3}" sibTransId="{48575785-57BB-4308-AB20-BD6696FC2607}"/>
    <dgm:cxn modelId="{9C1C689E-9ECE-4269-872B-2530C1FA876B}" type="presOf" srcId="{4F8EB8BB-8030-4E66-9259-656715FBDF82}" destId="{8223F544-F482-4353-9645-8CF196F88637}" srcOrd="0" destOrd="0" presId="urn:microsoft.com/office/officeart/2005/8/layout/hList1"/>
    <dgm:cxn modelId="{4C9A0BF8-9BE9-4922-9B5B-AB1E8F22187F}" srcId="{4F8EB8BB-8030-4E66-9259-656715FBDF82}" destId="{3898C82D-82BB-4283-ABA8-67F905ED3147}" srcOrd="0" destOrd="0" parTransId="{53086D50-E729-4FAF-9A3B-9E76C96C5137}" sibTransId="{F1AC87BD-21B1-4857-8A39-B2562F79E4AD}"/>
    <dgm:cxn modelId="{647A824C-4C07-4439-9B6B-D79DF7EF0E4A}" srcId="{3EFC0694-6206-4028-B181-6E0248250E44}" destId="{C28681D9-5398-4956-9EC0-E38E454D5085}" srcOrd="0" destOrd="0" parTransId="{90B2FC98-2943-44FC-B4BB-896DE4D278FB}" sibTransId="{DE59CEE2-0349-4929-9A9D-7C61DE58790C}"/>
    <dgm:cxn modelId="{AAE1CB1B-4871-43DC-9BD5-E76F5E39E4E8}" type="presOf" srcId="{28E9F52F-DEA7-40A9-91B7-CE667E2F75F7}" destId="{0B900FCD-CD5E-4087-ADCA-041659FC2087}" srcOrd="0" destOrd="0" presId="urn:microsoft.com/office/officeart/2005/8/layout/hList1"/>
    <dgm:cxn modelId="{F1AA2208-BE25-4C10-8467-FAB91D8B24E6}" srcId="{28E9F52F-DEA7-40A9-91B7-CE667E2F75F7}" destId="{3EFC0694-6206-4028-B181-6E0248250E44}" srcOrd="2" destOrd="0" parTransId="{7668CFB6-0F6E-4986-8F29-A26F335F3D1A}" sibTransId="{1BE6069C-813C-41B8-8A9C-7A8499546172}"/>
    <dgm:cxn modelId="{3A49E76C-5678-40AA-B0E2-FADB8D1979EA}" srcId="{28E9F52F-DEA7-40A9-91B7-CE667E2F75F7}" destId="{25CB536E-AC16-4E19-B7EA-351D39858101}" srcOrd="1" destOrd="0" parTransId="{9F7D6177-1D50-4FEE-BA19-F7593A0FDB67}" sibTransId="{C9CA8BE3-A037-44C5-B8AF-7C6A29C98878}"/>
    <dgm:cxn modelId="{EFFC0C91-3BAD-449F-B821-28839997528B}" type="presOf" srcId="{25CB536E-AC16-4E19-B7EA-351D39858101}" destId="{2619927F-2BCF-4909-A2A6-14FB18DEB16F}" srcOrd="0" destOrd="0" presId="urn:microsoft.com/office/officeart/2005/8/layout/hList1"/>
    <dgm:cxn modelId="{441D87DB-95A3-4C28-BBB6-6A6296F48F58}" type="presOf" srcId="{C28681D9-5398-4956-9EC0-E38E454D5085}" destId="{5ED8862B-1466-4567-A29C-E047A730E31C}" srcOrd="0" destOrd="0" presId="urn:microsoft.com/office/officeart/2005/8/layout/hList1"/>
    <dgm:cxn modelId="{44EF7F5F-7969-44BE-9177-E4F8D64EE9DD}" type="presOf" srcId="{3898C82D-82BB-4283-ABA8-67F905ED3147}" destId="{FF46DD06-183D-4035-8E01-AC207BDF07EE}" srcOrd="0" destOrd="0" presId="urn:microsoft.com/office/officeart/2005/8/layout/hList1"/>
    <dgm:cxn modelId="{B60D96C2-CC1E-416E-BD4F-393856713406}" type="presOf" srcId="{9FE4D89C-5F4D-4D40-B27C-F9BD5E8E2D89}" destId="{78B146E8-62B0-4EEA-AD0C-9D5DC018941A}" srcOrd="0" destOrd="0" presId="urn:microsoft.com/office/officeart/2005/8/layout/hList1"/>
    <dgm:cxn modelId="{35A1D5C9-5B82-4EFC-80E7-FA83027BAC81}" type="presOf" srcId="{D1D48B7D-9A8B-4998-8AF8-E672AE485091}" destId="{08B20566-7A2E-4373-BE76-1883130C79FD}" srcOrd="0" destOrd="0" presId="urn:microsoft.com/office/officeart/2005/8/layout/hList1"/>
    <dgm:cxn modelId="{6D979A63-7743-474D-963D-D6C48FF689C5}" srcId="{28E9F52F-DEA7-40A9-91B7-CE667E2F75F7}" destId="{4F8EB8BB-8030-4E66-9259-656715FBDF82}" srcOrd="3" destOrd="0" parTransId="{6C80F776-96AA-4BDD-89FD-3991005AFE67}" sibTransId="{C1111C92-7859-46D7-9AE1-851D910D9B78}"/>
    <dgm:cxn modelId="{4AF3216C-963E-4800-A1BD-3F052EE322C4}" type="presParOf" srcId="{0B900FCD-CD5E-4087-ADCA-041659FC2087}" destId="{D06CCD87-6DC8-4887-A7D9-9E1E051F664C}" srcOrd="0" destOrd="0" presId="urn:microsoft.com/office/officeart/2005/8/layout/hList1"/>
    <dgm:cxn modelId="{08CF1192-FCE3-4D31-AC26-7877D18EBFAB}" type="presParOf" srcId="{D06CCD87-6DC8-4887-A7D9-9E1E051F664C}" destId="{78B146E8-62B0-4EEA-AD0C-9D5DC018941A}" srcOrd="0" destOrd="0" presId="urn:microsoft.com/office/officeart/2005/8/layout/hList1"/>
    <dgm:cxn modelId="{DEEBD939-81F5-46D3-9E9F-DEB662509EA8}" type="presParOf" srcId="{D06CCD87-6DC8-4887-A7D9-9E1E051F664C}" destId="{7B38E451-DB55-4424-9190-20225ED28DDF}" srcOrd="1" destOrd="0" presId="urn:microsoft.com/office/officeart/2005/8/layout/hList1"/>
    <dgm:cxn modelId="{F16146CF-5B17-4EA5-B54D-DB4F7DA96D99}" type="presParOf" srcId="{0B900FCD-CD5E-4087-ADCA-041659FC2087}" destId="{3177A31D-235B-4C5F-AB9F-63A6D810DD71}" srcOrd="1" destOrd="0" presId="urn:microsoft.com/office/officeart/2005/8/layout/hList1"/>
    <dgm:cxn modelId="{07C24E55-B3C9-4381-8FB9-0E25ED7A3FCA}" type="presParOf" srcId="{0B900FCD-CD5E-4087-ADCA-041659FC2087}" destId="{3DFE8A56-3BF9-4BC6-A7B5-CC632573618E}" srcOrd="2" destOrd="0" presId="urn:microsoft.com/office/officeart/2005/8/layout/hList1"/>
    <dgm:cxn modelId="{5CDB23EE-EB6E-4987-BAC7-D7C56B508D4E}" type="presParOf" srcId="{3DFE8A56-3BF9-4BC6-A7B5-CC632573618E}" destId="{2619927F-2BCF-4909-A2A6-14FB18DEB16F}" srcOrd="0" destOrd="0" presId="urn:microsoft.com/office/officeart/2005/8/layout/hList1"/>
    <dgm:cxn modelId="{136A8B00-6361-4818-BF72-61AA86954879}" type="presParOf" srcId="{3DFE8A56-3BF9-4BC6-A7B5-CC632573618E}" destId="{08B20566-7A2E-4373-BE76-1883130C79FD}" srcOrd="1" destOrd="0" presId="urn:microsoft.com/office/officeart/2005/8/layout/hList1"/>
    <dgm:cxn modelId="{DB289D8C-F271-410D-BFAC-163597C9AA75}" type="presParOf" srcId="{0B900FCD-CD5E-4087-ADCA-041659FC2087}" destId="{9A1FA82B-61AD-426F-BE85-23A9FD0CF065}" srcOrd="3" destOrd="0" presId="urn:microsoft.com/office/officeart/2005/8/layout/hList1"/>
    <dgm:cxn modelId="{78CFA241-EDA2-46CB-BADC-5EA2D5DB8AF4}" type="presParOf" srcId="{0B900FCD-CD5E-4087-ADCA-041659FC2087}" destId="{C857F202-FD49-43EF-BAAB-A23C499ACD00}" srcOrd="4" destOrd="0" presId="urn:microsoft.com/office/officeart/2005/8/layout/hList1"/>
    <dgm:cxn modelId="{D0F5777F-8262-4A2E-B32D-F40793A67A5D}" type="presParOf" srcId="{C857F202-FD49-43EF-BAAB-A23C499ACD00}" destId="{47FA6AEB-843A-4F64-924F-814E60453CA5}" srcOrd="0" destOrd="0" presId="urn:microsoft.com/office/officeart/2005/8/layout/hList1"/>
    <dgm:cxn modelId="{AA058C89-B439-4D44-BB95-A98BA1EA88C1}" type="presParOf" srcId="{C857F202-FD49-43EF-BAAB-A23C499ACD00}" destId="{5ED8862B-1466-4567-A29C-E047A730E31C}" srcOrd="1" destOrd="0" presId="urn:microsoft.com/office/officeart/2005/8/layout/hList1"/>
    <dgm:cxn modelId="{EE917A0A-9227-4D85-8688-3DC60324C03A}" type="presParOf" srcId="{0B900FCD-CD5E-4087-ADCA-041659FC2087}" destId="{ED253AFC-2173-4467-8B48-EAAE48A54B90}" srcOrd="5" destOrd="0" presId="urn:microsoft.com/office/officeart/2005/8/layout/hList1"/>
    <dgm:cxn modelId="{C0073B2F-B968-467A-9BEA-7BB4BE8C144E}" type="presParOf" srcId="{0B900FCD-CD5E-4087-ADCA-041659FC2087}" destId="{AF17910A-3D22-41F3-BA65-CA45833B8AE2}" srcOrd="6" destOrd="0" presId="urn:microsoft.com/office/officeart/2005/8/layout/hList1"/>
    <dgm:cxn modelId="{45795624-4D02-4668-AD91-EB4154907379}" type="presParOf" srcId="{AF17910A-3D22-41F3-BA65-CA45833B8AE2}" destId="{8223F544-F482-4353-9645-8CF196F88637}" srcOrd="0" destOrd="0" presId="urn:microsoft.com/office/officeart/2005/8/layout/hList1"/>
    <dgm:cxn modelId="{F8C653DC-EFB2-4710-B120-D66293ECC054}" type="presParOf" srcId="{AF17910A-3D22-41F3-BA65-CA45833B8AE2}" destId="{FF46DD06-183D-4035-8E01-AC207BDF07EE}" srcOrd="1" destOrd="0" presId="urn:microsoft.com/office/officeart/2005/8/layout/hList1"/>
    <dgm:cxn modelId="{F07D6F02-5230-4DDB-9930-E858B6ECC0B6}" type="presParOf" srcId="{0B900FCD-CD5E-4087-ADCA-041659FC2087}" destId="{AAA617B4-A278-4B85-8BFF-F37CAB2BE635}" srcOrd="7" destOrd="0" presId="urn:microsoft.com/office/officeart/2005/8/layout/hList1"/>
    <dgm:cxn modelId="{5A10572D-EA43-4A5C-B34A-C3A4F9679E46}" type="presParOf" srcId="{0B900FCD-CD5E-4087-ADCA-041659FC2087}" destId="{44565518-4C20-40EB-8F6C-37CB996065BE}" srcOrd="8" destOrd="0" presId="urn:microsoft.com/office/officeart/2005/8/layout/hList1"/>
    <dgm:cxn modelId="{D00F1E1D-A606-4163-BB73-D46449B3299D}" type="presParOf" srcId="{44565518-4C20-40EB-8F6C-37CB996065BE}" destId="{7DD0C5F1-D654-4EB6-955F-47560FE07D85}" srcOrd="0" destOrd="0" presId="urn:microsoft.com/office/officeart/2005/8/layout/hList1"/>
    <dgm:cxn modelId="{20FA0FAB-87DD-4B7E-970F-AE2AD9F0A3A4}" type="presParOf" srcId="{44565518-4C20-40EB-8F6C-37CB996065BE}" destId="{F22D79BB-6601-479A-8DF8-804CBA63442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ACB3AB1-DB82-4A17-B624-813D277C5F2A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8E00F69-1ECF-46F3-B6A4-EF42A1412C03}">
      <dgm:prSet phldrT="[文本]"/>
      <dgm:spPr>
        <a:solidFill>
          <a:schemeClr val="accent5"/>
        </a:solidFill>
      </dgm:spPr>
      <dgm:t>
        <a:bodyPr/>
        <a:lstStyle/>
        <a:p>
          <a:r>
            <a:rPr lang="en-US" altLang="zh-CN" dirty="0" smtClean="0">
              <a:solidFill>
                <a:schemeClr val="tx1"/>
              </a:solidFill>
            </a:rPr>
            <a:t>synchronized</a:t>
          </a:r>
          <a:endParaRPr lang="zh-CN" altLang="en-US" dirty="0">
            <a:solidFill>
              <a:schemeClr val="tx1"/>
            </a:solidFill>
          </a:endParaRPr>
        </a:p>
      </dgm:t>
    </dgm:pt>
    <dgm:pt modelId="{CDB67946-ECA5-4F65-855A-E3911AA24F59}" type="parTrans" cxnId="{4D39DFB4-AB93-41F8-8F2B-99C932064BDC}">
      <dgm:prSet/>
      <dgm:spPr/>
      <dgm:t>
        <a:bodyPr/>
        <a:lstStyle/>
        <a:p>
          <a:endParaRPr lang="zh-CN" altLang="en-US"/>
        </a:p>
      </dgm:t>
    </dgm:pt>
    <dgm:pt modelId="{17DA5478-5DC3-4D9A-9D9E-5E5434774645}" type="sibTrans" cxnId="{4D39DFB4-AB93-41F8-8F2B-99C932064BDC}">
      <dgm:prSet/>
      <dgm:spPr/>
      <dgm:t>
        <a:bodyPr/>
        <a:lstStyle/>
        <a:p>
          <a:endParaRPr lang="zh-CN" altLang="en-US"/>
        </a:p>
      </dgm:t>
    </dgm:pt>
    <dgm:pt modelId="{707D68D5-1FF2-4130-AE84-B81A75D14E55}">
      <dgm:prSet phldrT="[文本]"/>
      <dgm:spPr>
        <a:solidFill>
          <a:schemeClr val="accent5"/>
        </a:solidFill>
      </dgm:spPr>
      <dgm:t>
        <a:bodyPr/>
        <a:lstStyle/>
        <a:p>
          <a:r>
            <a:rPr lang="en-US" altLang="zh-CN" dirty="0" smtClean="0">
              <a:solidFill>
                <a:schemeClr val="tx1"/>
              </a:solidFill>
            </a:rPr>
            <a:t>Synchronized</a:t>
          </a:r>
          <a:r>
            <a:rPr lang="zh-CN" altLang="en-US" dirty="0" smtClean="0">
              <a:solidFill>
                <a:schemeClr val="tx1"/>
              </a:solidFill>
            </a:rPr>
            <a:t>方法</a:t>
          </a:r>
          <a:endParaRPr lang="zh-CN" altLang="en-US" dirty="0">
            <a:solidFill>
              <a:schemeClr val="tx1"/>
            </a:solidFill>
          </a:endParaRPr>
        </a:p>
      </dgm:t>
    </dgm:pt>
    <dgm:pt modelId="{22586EBB-274F-4718-BC61-16B9E0880B40}" type="parTrans" cxnId="{D7BB82BC-C1EE-494A-867F-AB9F7F84C27B}">
      <dgm:prSet/>
      <dgm:spPr/>
      <dgm:t>
        <a:bodyPr/>
        <a:lstStyle/>
        <a:p>
          <a:endParaRPr lang="zh-CN" altLang="en-US"/>
        </a:p>
      </dgm:t>
    </dgm:pt>
    <dgm:pt modelId="{644914A0-855F-4325-92B2-DCCEFCE2EFF7}" type="sibTrans" cxnId="{D7BB82BC-C1EE-494A-867F-AB9F7F84C27B}">
      <dgm:prSet/>
      <dgm:spPr/>
      <dgm:t>
        <a:bodyPr/>
        <a:lstStyle/>
        <a:p>
          <a:endParaRPr lang="zh-CN" altLang="en-US"/>
        </a:p>
      </dgm:t>
    </dgm:pt>
    <dgm:pt modelId="{E4DBFA12-1099-4677-ACE3-6BBC545F895F}">
      <dgm:prSet phldrT="[文本]"/>
      <dgm:spPr>
        <a:solidFill>
          <a:schemeClr val="accent5"/>
        </a:solidFill>
      </dgm:spPr>
      <dgm:t>
        <a:bodyPr/>
        <a:lstStyle/>
        <a:p>
          <a:r>
            <a:rPr lang="en-US" altLang="zh-CN" dirty="0" smtClean="0">
              <a:solidFill>
                <a:schemeClr val="tx1"/>
              </a:solidFill>
            </a:rPr>
            <a:t>Lock</a:t>
          </a:r>
          <a:r>
            <a:rPr lang="zh-CN" altLang="en-US" dirty="0" smtClean="0">
              <a:solidFill>
                <a:schemeClr val="tx1"/>
              </a:solidFill>
            </a:rPr>
            <a:t>框架</a:t>
          </a:r>
          <a:endParaRPr lang="zh-CN" altLang="en-US" dirty="0">
            <a:solidFill>
              <a:schemeClr val="tx1"/>
            </a:solidFill>
          </a:endParaRPr>
        </a:p>
      </dgm:t>
    </dgm:pt>
    <dgm:pt modelId="{292AC827-2A69-48A7-96BC-18F65EF6C101}" type="parTrans" cxnId="{545E7143-EEDA-4A26-9A2F-A10841E104AE}">
      <dgm:prSet/>
      <dgm:spPr/>
      <dgm:t>
        <a:bodyPr/>
        <a:lstStyle/>
        <a:p>
          <a:endParaRPr lang="zh-CN" altLang="en-US"/>
        </a:p>
      </dgm:t>
    </dgm:pt>
    <dgm:pt modelId="{A55DC030-81D8-4B25-8FB1-CA5EB797E367}" type="sibTrans" cxnId="{545E7143-EEDA-4A26-9A2F-A10841E104AE}">
      <dgm:prSet/>
      <dgm:spPr/>
      <dgm:t>
        <a:bodyPr/>
        <a:lstStyle/>
        <a:p>
          <a:endParaRPr lang="zh-CN" altLang="en-US"/>
        </a:p>
      </dgm:t>
    </dgm:pt>
    <dgm:pt modelId="{8029BCA8-2014-43B4-9E83-53142E768E11}">
      <dgm:prSet phldrT="[文本]"/>
      <dgm:spPr>
        <a:solidFill>
          <a:schemeClr val="accent5"/>
        </a:solidFill>
      </dgm:spPr>
      <dgm:t>
        <a:bodyPr/>
        <a:lstStyle/>
        <a:p>
          <a:r>
            <a:rPr lang="en-US" altLang="zh-CN" dirty="0" err="1" smtClean="0">
              <a:solidFill>
                <a:schemeClr val="tx1"/>
              </a:solidFill>
            </a:rPr>
            <a:t>ReentrantLock</a:t>
          </a:r>
          <a:endParaRPr lang="zh-CN" altLang="en-US" dirty="0">
            <a:solidFill>
              <a:schemeClr val="tx1"/>
            </a:solidFill>
          </a:endParaRPr>
        </a:p>
      </dgm:t>
    </dgm:pt>
    <dgm:pt modelId="{3774AAA3-C091-48D4-8684-50B801F8C141}" type="parTrans" cxnId="{ABC74D2A-CB16-4FF8-BD1A-E47B68686AEA}">
      <dgm:prSet/>
      <dgm:spPr/>
      <dgm:t>
        <a:bodyPr/>
        <a:lstStyle/>
        <a:p>
          <a:endParaRPr lang="zh-CN" altLang="en-US"/>
        </a:p>
      </dgm:t>
    </dgm:pt>
    <dgm:pt modelId="{E41CB2F8-7051-47F7-92B6-A36721C13723}" type="sibTrans" cxnId="{ABC74D2A-CB16-4FF8-BD1A-E47B68686AEA}">
      <dgm:prSet/>
      <dgm:spPr/>
      <dgm:t>
        <a:bodyPr/>
        <a:lstStyle/>
        <a:p>
          <a:endParaRPr lang="zh-CN" altLang="en-US"/>
        </a:p>
      </dgm:t>
    </dgm:pt>
    <dgm:pt modelId="{0E947CF2-3375-4307-951B-58FEC026E563}">
      <dgm:prSet phldrT="[文本]"/>
      <dgm:spPr>
        <a:solidFill>
          <a:schemeClr val="accent5"/>
        </a:solidFill>
      </dgm:spPr>
      <dgm:t>
        <a:bodyPr/>
        <a:lstStyle/>
        <a:p>
          <a:r>
            <a:rPr lang="zh-CN" altLang="en-US" dirty="0" smtClean="0">
              <a:solidFill>
                <a:schemeClr val="tx1"/>
              </a:solidFill>
            </a:rPr>
            <a:t>原子操作类</a:t>
          </a:r>
          <a:endParaRPr lang="zh-CN" altLang="en-US" dirty="0">
            <a:solidFill>
              <a:schemeClr val="tx1"/>
            </a:solidFill>
          </a:endParaRPr>
        </a:p>
      </dgm:t>
    </dgm:pt>
    <dgm:pt modelId="{CCC32EFE-7537-49B4-88BE-E49531CB3C60}" type="parTrans" cxnId="{2F8A9904-C301-49A3-8ED0-DFC2AB2C867C}">
      <dgm:prSet/>
      <dgm:spPr/>
      <dgm:t>
        <a:bodyPr/>
        <a:lstStyle/>
        <a:p>
          <a:endParaRPr lang="zh-CN" altLang="en-US"/>
        </a:p>
      </dgm:t>
    </dgm:pt>
    <dgm:pt modelId="{A6910723-A128-4148-9CDF-5A088EE19700}" type="sibTrans" cxnId="{2F8A9904-C301-49A3-8ED0-DFC2AB2C867C}">
      <dgm:prSet/>
      <dgm:spPr/>
      <dgm:t>
        <a:bodyPr/>
        <a:lstStyle/>
        <a:p>
          <a:endParaRPr lang="zh-CN" altLang="en-US"/>
        </a:p>
      </dgm:t>
    </dgm:pt>
    <dgm:pt modelId="{7751C9EE-32C3-4D63-8786-37521C40B5C0}">
      <dgm:prSet phldrT="[文本]"/>
      <dgm:spPr>
        <a:solidFill>
          <a:schemeClr val="accent5"/>
        </a:solidFill>
      </dgm:spPr>
      <dgm:t>
        <a:bodyPr/>
        <a:lstStyle/>
        <a:p>
          <a:r>
            <a:rPr lang="en-US" altLang="en-US" dirty="0" err="1" smtClean="0">
              <a:solidFill>
                <a:schemeClr val="tx1"/>
              </a:solidFill>
            </a:rPr>
            <a:t>AtomicInteger</a:t>
          </a:r>
          <a:endParaRPr lang="zh-CN" altLang="en-US" dirty="0">
            <a:solidFill>
              <a:schemeClr val="tx1"/>
            </a:solidFill>
          </a:endParaRPr>
        </a:p>
      </dgm:t>
    </dgm:pt>
    <dgm:pt modelId="{4360DD21-D9A5-4045-8DF0-DAD6ED954E7D}" type="parTrans" cxnId="{7FBEDDDA-B95D-4645-86AA-7DB3A1F2B618}">
      <dgm:prSet/>
      <dgm:spPr/>
      <dgm:t>
        <a:bodyPr/>
        <a:lstStyle/>
        <a:p>
          <a:endParaRPr lang="zh-CN" altLang="en-US"/>
        </a:p>
      </dgm:t>
    </dgm:pt>
    <dgm:pt modelId="{59C44506-2782-4223-B7B0-DD92DA9662E4}" type="sibTrans" cxnId="{7FBEDDDA-B95D-4645-86AA-7DB3A1F2B618}">
      <dgm:prSet/>
      <dgm:spPr/>
      <dgm:t>
        <a:bodyPr/>
        <a:lstStyle/>
        <a:p>
          <a:endParaRPr lang="zh-CN" altLang="en-US"/>
        </a:p>
      </dgm:t>
    </dgm:pt>
    <dgm:pt modelId="{137CAF55-3D19-484D-BBE4-C3F84F316100}">
      <dgm:prSet phldrT="[文本]"/>
      <dgm:spPr>
        <a:solidFill>
          <a:schemeClr val="accent5"/>
        </a:solidFill>
      </dgm:spPr>
      <dgm:t>
        <a:bodyPr/>
        <a:lstStyle/>
        <a:p>
          <a:r>
            <a:rPr lang="en-US" altLang="zh-CN" dirty="0" smtClean="0">
              <a:solidFill>
                <a:schemeClr val="tx1"/>
              </a:solidFill>
            </a:rPr>
            <a:t>Volatile</a:t>
          </a:r>
          <a:endParaRPr lang="zh-CN" altLang="en-US" dirty="0">
            <a:solidFill>
              <a:schemeClr val="tx1"/>
            </a:solidFill>
          </a:endParaRPr>
        </a:p>
      </dgm:t>
    </dgm:pt>
    <dgm:pt modelId="{534229F9-F08D-496A-8E7B-C5D40470C29B}" type="parTrans" cxnId="{DDA0315C-3DD7-40FB-9EDB-E6D77AD77D70}">
      <dgm:prSet/>
      <dgm:spPr/>
      <dgm:t>
        <a:bodyPr/>
        <a:lstStyle/>
        <a:p>
          <a:endParaRPr lang="zh-CN" altLang="en-US"/>
        </a:p>
      </dgm:t>
    </dgm:pt>
    <dgm:pt modelId="{2960EB15-2298-4F1A-AC71-7B632C7DAF2C}" type="sibTrans" cxnId="{DDA0315C-3DD7-40FB-9EDB-E6D77AD77D70}">
      <dgm:prSet/>
      <dgm:spPr/>
      <dgm:t>
        <a:bodyPr/>
        <a:lstStyle/>
        <a:p>
          <a:endParaRPr lang="zh-CN" altLang="en-US"/>
        </a:p>
      </dgm:t>
    </dgm:pt>
    <dgm:pt modelId="{1ADB39C4-22DD-4519-A895-1B8C285A3F4B}">
      <dgm:prSet phldrT="[文本]"/>
      <dgm:spPr>
        <a:solidFill>
          <a:schemeClr val="accent5"/>
        </a:solidFill>
      </dgm:spPr>
      <dgm:t>
        <a:bodyPr/>
        <a:lstStyle/>
        <a:p>
          <a:r>
            <a:rPr lang="zh-CN" altLang="en-US" dirty="0" smtClean="0">
              <a:solidFill>
                <a:schemeClr val="tx1"/>
              </a:solidFill>
            </a:rPr>
            <a:t>保证变量可见性，不保证原子性</a:t>
          </a:r>
          <a:endParaRPr lang="zh-CN" altLang="en-US" dirty="0">
            <a:solidFill>
              <a:schemeClr val="tx1"/>
            </a:solidFill>
          </a:endParaRPr>
        </a:p>
      </dgm:t>
    </dgm:pt>
    <dgm:pt modelId="{FCA905CA-ABA6-4448-A50F-CA89F712A148}" type="parTrans" cxnId="{E5435FD8-D759-4CDB-A34D-0BDB628B8DAD}">
      <dgm:prSet/>
      <dgm:spPr/>
      <dgm:t>
        <a:bodyPr/>
        <a:lstStyle/>
        <a:p>
          <a:endParaRPr lang="zh-CN" altLang="en-US"/>
        </a:p>
      </dgm:t>
    </dgm:pt>
    <dgm:pt modelId="{03B63F42-6280-499F-978A-9FB3AF0EBE16}" type="sibTrans" cxnId="{E5435FD8-D759-4CDB-A34D-0BDB628B8DAD}">
      <dgm:prSet/>
      <dgm:spPr/>
      <dgm:t>
        <a:bodyPr/>
        <a:lstStyle/>
        <a:p>
          <a:endParaRPr lang="zh-CN" altLang="en-US"/>
        </a:p>
      </dgm:t>
    </dgm:pt>
    <dgm:pt modelId="{F4BAD517-04EB-4D3F-ABCE-C088E3985E64}">
      <dgm:prSet phldrT="[文本]"/>
      <dgm:spPr>
        <a:solidFill>
          <a:schemeClr val="accent5"/>
        </a:solidFill>
      </dgm:spPr>
      <dgm:t>
        <a:bodyPr/>
        <a:lstStyle/>
        <a:p>
          <a:r>
            <a:rPr lang="en-US" altLang="zh-CN" dirty="0" smtClean="0">
              <a:solidFill>
                <a:schemeClr val="tx1"/>
              </a:solidFill>
            </a:rPr>
            <a:t>Synchronized</a:t>
          </a:r>
          <a:r>
            <a:rPr lang="zh-CN" altLang="en-US" dirty="0" smtClean="0">
              <a:solidFill>
                <a:schemeClr val="tx1"/>
              </a:solidFill>
            </a:rPr>
            <a:t>代码块</a:t>
          </a:r>
          <a:endParaRPr lang="zh-CN" altLang="en-US" dirty="0">
            <a:solidFill>
              <a:schemeClr val="tx1"/>
            </a:solidFill>
          </a:endParaRPr>
        </a:p>
      </dgm:t>
    </dgm:pt>
    <dgm:pt modelId="{C658C752-83AE-438C-A126-ADD7E6048BA6}" type="parTrans" cxnId="{28D9F9B4-D6A0-47D1-B8ED-F6C9EAD02F65}">
      <dgm:prSet/>
      <dgm:spPr/>
      <dgm:t>
        <a:bodyPr/>
        <a:lstStyle/>
        <a:p>
          <a:endParaRPr lang="zh-CN" altLang="en-US"/>
        </a:p>
      </dgm:t>
    </dgm:pt>
    <dgm:pt modelId="{92B24559-A472-4B37-8964-1929ED33699F}" type="sibTrans" cxnId="{28D9F9B4-D6A0-47D1-B8ED-F6C9EAD02F65}">
      <dgm:prSet/>
      <dgm:spPr/>
      <dgm:t>
        <a:bodyPr/>
        <a:lstStyle/>
        <a:p>
          <a:endParaRPr lang="zh-CN" altLang="en-US"/>
        </a:p>
      </dgm:t>
    </dgm:pt>
    <dgm:pt modelId="{04018224-AB06-46CD-82F8-EFFD7C14FC15}">
      <dgm:prSet phldrT="[文本]"/>
      <dgm:spPr>
        <a:solidFill>
          <a:schemeClr val="accent5"/>
        </a:solidFill>
      </dgm:spPr>
      <dgm:t>
        <a:bodyPr/>
        <a:lstStyle/>
        <a:p>
          <a:r>
            <a:rPr lang="en-US" altLang="zh-CN" dirty="0" err="1" smtClean="0">
              <a:solidFill>
                <a:schemeClr val="tx1"/>
              </a:solidFill>
            </a:rPr>
            <a:t>ReadWriteLock</a:t>
          </a:r>
          <a:endParaRPr lang="zh-CN" altLang="en-US" dirty="0">
            <a:solidFill>
              <a:schemeClr val="tx1"/>
            </a:solidFill>
          </a:endParaRPr>
        </a:p>
      </dgm:t>
    </dgm:pt>
    <dgm:pt modelId="{B98E3E7E-24DA-4DBF-A875-CFE1E608DD84}" type="parTrans" cxnId="{E718DC80-0C32-4FE0-B63C-2B830ABF836E}">
      <dgm:prSet/>
      <dgm:spPr/>
      <dgm:t>
        <a:bodyPr/>
        <a:lstStyle/>
        <a:p>
          <a:endParaRPr lang="zh-CN" altLang="en-US"/>
        </a:p>
      </dgm:t>
    </dgm:pt>
    <dgm:pt modelId="{43FFD7D7-A365-413E-B9E2-D741D60CD288}" type="sibTrans" cxnId="{E718DC80-0C32-4FE0-B63C-2B830ABF836E}">
      <dgm:prSet/>
      <dgm:spPr/>
      <dgm:t>
        <a:bodyPr/>
        <a:lstStyle/>
        <a:p>
          <a:endParaRPr lang="zh-CN" altLang="en-US"/>
        </a:p>
      </dgm:t>
    </dgm:pt>
    <dgm:pt modelId="{3C343603-0AA6-4A79-9DF9-52E801987C63}">
      <dgm:prSet phldrT="[文本]"/>
      <dgm:spPr>
        <a:solidFill>
          <a:schemeClr val="accent5"/>
        </a:solidFill>
      </dgm:spPr>
      <dgm:t>
        <a:bodyPr/>
        <a:lstStyle/>
        <a:p>
          <a:r>
            <a:rPr lang="en-US" altLang="en-US" dirty="0" err="1" smtClean="0">
              <a:solidFill>
                <a:schemeClr val="tx1"/>
              </a:solidFill>
            </a:rPr>
            <a:t>AtomicIntegerArray</a:t>
          </a:r>
          <a:endParaRPr lang="zh-CN" altLang="en-US" dirty="0">
            <a:solidFill>
              <a:schemeClr val="tx1"/>
            </a:solidFill>
          </a:endParaRPr>
        </a:p>
      </dgm:t>
    </dgm:pt>
    <dgm:pt modelId="{363BF3A0-845C-4F93-8F5C-E29EF081C657}" type="parTrans" cxnId="{C9E713BB-8DB4-4D09-BA34-51F959B2652C}">
      <dgm:prSet/>
      <dgm:spPr/>
      <dgm:t>
        <a:bodyPr/>
        <a:lstStyle/>
        <a:p>
          <a:endParaRPr lang="zh-CN" altLang="en-US"/>
        </a:p>
      </dgm:t>
    </dgm:pt>
    <dgm:pt modelId="{956A317D-898F-4E02-8FDA-BBDB231527A9}" type="sibTrans" cxnId="{C9E713BB-8DB4-4D09-BA34-51F959B2652C}">
      <dgm:prSet/>
      <dgm:spPr/>
      <dgm:t>
        <a:bodyPr/>
        <a:lstStyle/>
        <a:p>
          <a:endParaRPr lang="zh-CN" altLang="en-US"/>
        </a:p>
      </dgm:t>
    </dgm:pt>
    <dgm:pt modelId="{CD1492F8-282F-41B6-8F67-0B99914D5921}" type="pres">
      <dgm:prSet presAssocID="{4ACB3AB1-DB82-4A17-B624-813D277C5F2A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zh-CN" altLang="en-US"/>
        </a:p>
      </dgm:t>
    </dgm:pt>
    <dgm:pt modelId="{1726726A-5F80-411D-9547-9D480F2FA927}" type="pres">
      <dgm:prSet presAssocID="{4ACB3AB1-DB82-4A17-B624-813D277C5F2A}" presName="Name1" presStyleCnt="0"/>
      <dgm:spPr/>
    </dgm:pt>
    <dgm:pt modelId="{AC6DBA2B-A855-47A4-8E42-0E82D96BC30C}" type="pres">
      <dgm:prSet presAssocID="{4ACB3AB1-DB82-4A17-B624-813D277C5F2A}" presName="cycle" presStyleCnt="0"/>
      <dgm:spPr/>
    </dgm:pt>
    <dgm:pt modelId="{2371D0D9-B0EE-48F0-A477-52100872A562}" type="pres">
      <dgm:prSet presAssocID="{4ACB3AB1-DB82-4A17-B624-813D277C5F2A}" presName="srcNode" presStyleLbl="node1" presStyleIdx="0" presStyleCnt="4"/>
      <dgm:spPr/>
    </dgm:pt>
    <dgm:pt modelId="{022D7E8E-AD02-42D8-A212-2A913828E4C9}" type="pres">
      <dgm:prSet presAssocID="{4ACB3AB1-DB82-4A17-B624-813D277C5F2A}" presName="conn" presStyleLbl="parChTrans1D2" presStyleIdx="0" presStyleCnt="1"/>
      <dgm:spPr/>
      <dgm:t>
        <a:bodyPr/>
        <a:lstStyle/>
        <a:p>
          <a:endParaRPr lang="zh-CN" altLang="en-US"/>
        </a:p>
      </dgm:t>
    </dgm:pt>
    <dgm:pt modelId="{B9181E61-20E6-4682-A26C-3CBFE9FB455F}" type="pres">
      <dgm:prSet presAssocID="{4ACB3AB1-DB82-4A17-B624-813D277C5F2A}" presName="extraNode" presStyleLbl="node1" presStyleIdx="0" presStyleCnt="4"/>
      <dgm:spPr/>
    </dgm:pt>
    <dgm:pt modelId="{A2C1C29B-5D1B-470C-939C-418843D229BD}" type="pres">
      <dgm:prSet presAssocID="{4ACB3AB1-DB82-4A17-B624-813D277C5F2A}" presName="dstNode" presStyleLbl="node1" presStyleIdx="0" presStyleCnt="4"/>
      <dgm:spPr/>
    </dgm:pt>
    <dgm:pt modelId="{71830BFD-4879-482E-BEA6-B13ED20B9BF5}" type="pres">
      <dgm:prSet presAssocID="{58E00F69-1ECF-46F3-B6A4-EF42A1412C03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8DE62-BF3C-4D24-809C-E7C6479E142F}" type="pres">
      <dgm:prSet presAssocID="{58E00F69-1ECF-46F3-B6A4-EF42A1412C03}" presName="accent_1" presStyleCnt="0"/>
      <dgm:spPr/>
    </dgm:pt>
    <dgm:pt modelId="{E302789D-A1F0-48FA-871F-6C4B39565696}" type="pres">
      <dgm:prSet presAssocID="{58E00F69-1ECF-46F3-B6A4-EF42A1412C03}" presName="accentRepeatNode" presStyleLbl="solidFgAcc1" presStyleIdx="0" presStyleCnt="4"/>
      <dgm:spPr/>
    </dgm:pt>
    <dgm:pt modelId="{726B4A01-3D1C-4C93-93EC-B620698B57EF}" type="pres">
      <dgm:prSet presAssocID="{E4DBFA12-1099-4677-ACE3-6BBC545F895F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2F1EDB0-46D4-4E5D-AD4C-F0A7537141D4}" type="pres">
      <dgm:prSet presAssocID="{E4DBFA12-1099-4677-ACE3-6BBC545F895F}" presName="accent_2" presStyleCnt="0"/>
      <dgm:spPr/>
    </dgm:pt>
    <dgm:pt modelId="{BF15189A-3192-4C2F-983E-C7F4BD16BF08}" type="pres">
      <dgm:prSet presAssocID="{E4DBFA12-1099-4677-ACE3-6BBC545F895F}" presName="accentRepeatNode" presStyleLbl="solidFgAcc1" presStyleIdx="1" presStyleCnt="4"/>
      <dgm:spPr/>
    </dgm:pt>
    <dgm:pt modelId="{0864EBAA-47DB-43F6-BAC1-F8B3EE839905}" type="pres">
      <dgm:prSet presAssocID="{0E947CF2-3375-4307-951B-58FEC026E563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DDBE5F8-1DAB-4349-B293-1F85D18AE8B8}" type="pres">
      <dgm:prSet presAssocID="{0E947CF2-3375-4307-951B-58FEC026E563}" presName="accent_3" presStyleCnt="0"/>
      <dgm:spPr/>
    </dgm:pt>
    <dgm:pt modelId="{6FA7D745-FC0F-4F7A-91B2-C72432F191CB}" type="pres">
      <dgm:prSet presAssocID="{0E947CF2-3375-4307-951B-58FEC026E563}" presName="accentRepeatNode" presStyleLbl="solidFgAcc1" presStyleIdx="2" presStyleCnt="4"/>
      <dgm:spPr/>
    </dgm:pt>
    <dgm:pt modelId="{82191FEE-0774-4307-9738-D06CDB6AC338}" type="pres">
      <dgm:prSet presAssocID="{137CAF55-3D19-484D-BBE4-C3F84F316100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1EED641-C7D9-4CBB-89ED-C139AA03B5EA}" type="pres">
      <dgm:prSet presAssocID="{137CAF55-3D19-484D-BBE4-C3F84F316100}" presName="accent_4" presStyleCnt="0"/>
      <dgm:spPr/>
    </dgm:pt>
    <dgm:pt modelId="{F192E8F0-08CD-4A65-B7EB-693A13B19F19}" type="pres">
      <dgm:prSet presAssocID="{137CAF55-3D19-484D-BBE4-C3F84F316100}" presName="accentRepeatNode" presStyleLbl="solidFgAcc1" presStyleIdx="3" presStyleCnt="4"/>
      <dgm:spPr/>
    </dgm:pt>
  </dgm:ptLst>
  <dgm:cxnLst>
    <dgm:cxn modelId="{E718DC80-0C32-4FE0-B63C-2B830ABF836E}" srcId="{E4DBFA12-1099-4677-ACE3-6BBC545F895F}" destId="{04018224-AB06-46CD-82F8-EFFD7C14FC15}" srcOrd="1" destOrd="0" parTransId="{B98E3E7E-24DA-4DBF-A875-CFE1E608DD84}" sibTransId="{43FFD7D7-A365-413E-B9E2-D741D60CD288}"/>
    <dgm:cxn modelId="{6C22BAC5-B2C2-42EE-897E-33B216B41B41}" type="presOf" srcId="{137CAF55-3D19-484D-BBE4-C3F84F316100}" destId="{82191FEE-0774-4307-9738-D06CDB6AC338}" srcOrd="0" destOrd="0" presId="urn:microsoft.com/office/officeart/2008/layout/VerticalCurvedList"/>
    <dgm:cxn modelId="{2F8A9904-C301-49A3-8ED0-DFC2AB2C867C}" srcId="{4ACB3AB1-DB82-4A17-B624-813D277C5F2A}" destId="{0E947CF2-3375-4307-951B-58FEC026E563}" srcOrd="2" destOrd="0" parTransId="{CCC32EFE-7537-49B4-88BE-E49531CB3C60}" sibTransId="{A6910723-A128-4148-9CDF-5A088EE19700}"/>
    <dgm:cxn modelId="{ABC74D2A-CB16-4FF8-BD1A-E47B68686AEA}" srcId="{E4DBFA12-1099-4677-ACE3-6BBC545F895F}" destId="{8029BCA8-2014-43B4-9E83-53142E768E11}" srcOrd="0" destOrd="0" parTransId="{3774AAA3-C091-48D4-8684-50B801F8C141}" sibTransId="{E41CB2F8-7051-47F7-92B6-A36721C13723}"/>
    <dgm:cxn modelId="{7ED05CC0-0107-40BD-A608-8F88ADC90F2D}" type="presOf" srcId="{E4DBFA12-1099-4677-ACE3-6BBC545F895F}" destId="{726B4A01-3D1C-4C93-93EC-B620698B57EF}" srcOrd="0" destOrd="0" presId="urn:microsoft.com/office/officeart/2008/layout/VerticalCurvedList"/>
    <dgm:cxn modelId="{E5435FD8-D759-4CDB-A34D-0BDB628B8DAD}" srcId="{137CAF55-3D19-484D-BBE4-C3F84F316100}" destId="{1ADB39C4-22DD-4519-A895-1B8C285A3F4B}" srcOrd="0" destOrd="0" parTransId="{FCA905CA-ABA6-4448-A50F-CA89F712A148}" sibTransId="{03B63F42-6280-499F-978A-9FB3AF0EBE16}"/>
    <dgm:cxn modelId="{196A781A-928E-4A34-AE0F-FC834738FAA5}" type="presOf" srcId="{04018224-AB06-46CD-82F8-EFFD7C14FC15}" destId="{726B4A01-3D1C-4C93-93EC-B620698B57EF}" srcOrd="0" destOrd="2" presId="urn:microsoft.com/office/officeart/2008/layout/VerticalCurvedList"/>
    <dgm:cxn modelId="{0088CCDB-A225-43D0-A2D6-917008BC5EEA}" type="presOf" srcId="{58E00F69-1ECF-46F3-B6A4-EF42A1412C03}" destId="{71830BFD-4879-482E-BEA6-B13ED20B9BF5}" srcOrd="0" destOrd="0" presId="urn:microsoft.com/office/officeart/2008/layout/VerticalCurvedList"/>
    <dgm:cxn modelId="{28D9F9B4-D6A0-47D1-B8ED-F6C9EAD02F65}" srcId="{58E00F69-1ECF-46F3-B6A4-EF42A1412C03}" destId="{F4BAD517-04EB-4D3F-ABCE-C088E3985E64}" srcOrd="1" destOrd="0" parTransId="{C658C752-83AE-438C-A126-ADD7E6048BA6}" sibTransId="{92B24559-A472-4B37-8964-1929ED33699F}"/>
    <dgm:cxn modelId="{545E7143-EEDA-4A26-9A2F-A10841E104AE}" srcId="{4ACB3AB1-DB82-4A17-B624-813D277C5F2A}" destId="{E4DBFA12-1099-4677-ACE3-6BBC545F895F}" srcOrd="1" destOrd="0" parTransId="{292AC827-2A69-48A7-96BC-18F65EF6C101}" sibTransId="{A55DC030-81D8-4B25-8FB1-CA5EB797E367}"/>
    <dgm:cxn modelId="{F6E9268D-764B-4928-93E9-6AFF163040E9}" type="presOf" srcId="{1ADB39C4-22DD-4519-A895-1B8C285A3F4B}" destId="{82191FEE-0774-4307-9738-D06CDB6AC338}" srcOrd="0" destOrd="1" presId="urn:microsoft.com/office/officeart/2008/layout/VerticalCurvedList"/>
    <dgm:cxn modelId="{0D35D984-41B0-45C9-83EA-CB429BE7D73E}" type="presOf" srcId="{F4BAD517-04EB-4D3F-ABCE-C088E3985E64}" destId="{71830BFD-4879-482E-BEA6-B13ED20B9BF5}" srcOrd="0" destOrd="2" presId="urn:microsoft.com/office/officeart/2008/layout/VerticalCurvedList"/>
    <dgm:cxn modelId="{80755F25-BDF4-4F1C-B023-7EE61571F1DA}" type="presOf" srcId="{7751C9EE-32C3-4D63-8786-37521C40B5C0}" destId="{0864EBAA-47DB-43F6-BAC1-F8B3EE839905}" srcOrd="0" destOrd="1" presId="urn:microsoft.com/office/officeart/2008/layout/VerticalCurvedList"/>
    <dgm:cxn modelId="{A2C1A6BE-5BA7-4E3D-87A7-E61279F32950}" type="presOf" srcId="{644914A0-855F-4325-92B2-DCCEFCE2EFF7}" destId="{022D7E8E-AD02-42D8-A212-2A913828E4C9}" srcOrd="0" destOrd="0" presId="urn:microsoft.com/office/officeart/2008/layout/VerticalCurvedList"/>
    <dgm:cxn modelId="{C9E713BB-8DB4-4D09-BA34-51F959B2652C}" srcId="{0E947CF2-3375-4307-951B-58FEC026E563}" destId="{3C343603-0AA6-4A79-9DF9-52E801987C63}" srcOrd="1" destOrd="0" parTransId="{363BF3A0-845C-4F93-8F5C-E29EF081C657}" sibTransId="{956A317D-898F-4E02-8FDA-BBDB231527A9}"/>
    <dgm:cxn modelId="{8B01FB2E-AE51-48A5-9A2D-ED7FE31E4756}" type="presOf" srcId="{3C343603-0AA6-4A79-9DF9-52E801987C63}" destId="{0864EBAA-47DB-43F6-BAC1-F8B3EE839905}" srcOrd="0" destOrd="2" presId="urn:microsoft.com/office/officeart/2008/layout/VerticalCurvedList"/>
    <dgm:cxn modelId="{DDA0315C-3DD7-40FB-9EDB-E6D77AD77D70}" srcId="{4ACB3AB1-DB82-4A17-B624-813D277C5F2A}" destId="{137CAF55-3D19-484D-BBE4-C3F84F316100}" srcOrd="3" destOrd="0" parTransId="{534229F9-F08D-496A-8E7B-C5D40470C29B}" sibTransId="{2960EB15-2298-4F1A-AC71-7B632C7DAF2C}"/>
    <dgm:cxn modelId="{6128A095-B146-47FE-93A6-E96EBBF790CC}" type="presOf" srcId="{4ACB3AB1-DB82-4A17-B624-813D277C5F2A}" destId="{CD1492F8-282F-41B6-8F67-0B99914D5921}" srcOrd="0" destOrd="0" presId="urn:microsoft.com/office/officeart/2008/layout/VerticalCurvedList"/>
    <dgm:cxn modelId="{D7BB82BC-C1EE-494A-867F-AB9F7F84C27B}" srcId="{58E00F69-1ECF-46F3-B6A4-EF42A1412C03}" destId="{707D68D5-1FF2-4130-AE84-B81A75D14E55}" srcOrd="0" destOrd="0" parTransId="{22586EBB-274F-4718-BC61-16B9E0880B40}" sibTransId="{644914A0-855F-4325-92B2-DCCEFCE2EFF7}"/>
    <dgm:cxn modelId="{E84DD069-2DD7-421C-907B-703AC41405B2}" type="presOf" srcId="{0E947CF2-3375-4307-951B-58FEC026E563}" destId="{0864EBAA-47DB-43F6-BAC1-F8B3EE839905}" srcOrd="0" destOrd="0" presId="urn:microsoft.com/office/officeart/2008/layout/VerticalCurvedList"/>
    <dgm:cxn modelId="{4D39DFB4-AB93-41F8-8F2B-99C932064BDC}" srcId="{4ACB3AB1-DB82-4A17-B624-813D277C5F2A}" destId="{58E00F69-1ECF-46F3-B6A4-EF42A1412C03}" srcOrd="0" destOrd="0" parTransId="{CDB67946-ECA5-4F65-855A-E3911AA24F59}" sibTransId="{17DA5478-5DC3-4D9A-9D9E-5E5434774645}"/>
    <dgm:cxn modelId="{7FBEDDDA-B95D-4645-86AA-7DB3A1F2B618}" srcId="{0E947CF2-3375-4307-951B-58FEC026E563}" destId="{7751C9EE-32C3-4D63-8786-37521C40B5C0}" srcOrd="0" destOrd="0" parTransId="{4360DD21-D9A5-4045-8DF0-DAD6ED954E7D}" sibTransId="{59C44506-2782-4223-B7B0-DD92DA9662E4}"/>
    <dgm:cxn modelId="{12153243-20C9-4578-97A4-76591F8565A8}" type="presOf" srcId="{8029BCA8-2014-43B4-9E83-53142E768E11}" destId="{726B4A01-3D1C-4C93-93EC-B620698B57EF}" srcOrd="0" destOrd="1" presId="urn:microsoft.com/office/officeart/2008/layout/VerticalCurvedList"/>
    <dgm:cxn modelId="{2332004D-1791-4941-AEE7-1939E7479916}" type="presOf" srcId="{707D68D5-1FF2-4130-AE84-B81A75D14E55}" destId="{71830BFD-4879-482E-BEA6-B13ED20B9BF5}" srcOrd="0" destOrd="1" presId="urn:microsoft.com/office/officeart/2008/layout/VerticalCurvedList"/>
    <dgm:cxn modelId="{3E36DAA2-FE0F-453E-87AB-397D008F7AFE}" type="presParOf" srcId="{CD1492F8-282F-41B6-8F67-0B99914D5921}" destId="{1726726A-5F80-411D-9547-9D480F2FA927}" srcOrd="0" destOrd="0" presId="urn:microsoft.com/office/officeart/2008/layout/VerticalCurvedList"/>
    <dgm:cxn modelId="{933ED171-0ACC-4E01-8F70-DC9FC34BA176}" type="presParOf" srcId="{1726726A-5F80-411D-9547-9D480F2FA927}" destId="{AC6DBA2B-A855-47A4-8E42-0E82D96BC30C}" srcOrd="0" destOrd="0" presId="urn:microsoft.com/office/officeart/2008/layout/VerticalCurvedList"/>
    <dgm:cxn modelId="{B80DDE89-4F9D-4766-AC04-C504DAD680C0}" type="presParOf" srcId="{AC6DBA2B-A855-47A4-8E42-0E82D96BC30C}" destId="{2371D0D9-B0EE-48F0-A477-52100872A562}" srcOrd="0" destOrd="0" presId="urn:microsoft.com/office/officeart/2008/layout/VerticalCurvedList"/>
    <dgm:cxn modelId="{51AE6DF6-655D-4126-84EA-817CC96E5BE3}" type="presParOf" srcId="{AC6DBA2B-A855-47A4-8E42-0E82D96BC30C}" destId="{022D7E8E-AD02-42D8-A212-2A913828E4C9}" srcOrd="1" destOrd="0" presId="urn:microsoft.com/office/officeart/2008/layout/VerticalCurvedList"/>
    <dgm:cxn modelId="{D3FE33D1-D261-4C23-A713-D6147B3192D0}" type="presParOf" srcId="{AC6DBA2B-A855-47A4-8E42-0E82D96BC30C}" destId="{B9181E61-20E6-4682-A26C-3CBFE9FB455F}" srcOrd="2" destOrd="0" presId="urn:microsoft.com/office/officeart/2008/layout/VerticalCurvedList"/>
    <dgm:cxn modelId="{AC395842-8671-4677-B105-EDCD7B2896E8}" type="presParOf" srcId="{AC6DBA2B-A855-47A4-8E42-0E82D96BC30C}" destId="{A2C1C29B-5D1B-470C-939C-418843D229BD}" srcOrd="3" destOrd="0" presId="urn:microsoft.com/office/officeart/2008/layout/VerticalCurvedList"/>
    <dgm:cxn modelId="{ADE1D307-C2A0-4996-8CE0-AB242AA4A727}" type="presParOf" srcId="{1726726A-5F80-411D-9547-9D480F2FA927}" destId="{71830BFD-4879-482E-BEA6-B13ED20B9BF5}" srcOrd="1" destOrd="0" presId="urn:microsoft.com/office/officeart/2008/layout/VerticalCurvedList"/>
    <dgm:cxn modelId="{2D31B447-58B4-4564-AC70-A3249BBDD1FD}" type="presParOf" srcId="{1726726A-5F80-411D-9547-9D480F2FA927}" destId="{ED88DE62-BF3C-4D24-809C-E7C6479E142F}" srcOrd="2" destOrd="0" presId="urn:microsoft.com/office/officeart/2008/layout/VerticalCurvedList"/>
    <dgm:cxn modelId="{C58DBCF7-C131-47EE-9A95-3DE1A5B11BC2}" type="presParOf" srcId="{ED88DE62-BF3C-4D24-809C-E7C6479E142F}" destId="{E302789D-A1F0-48FA-871F-6C4B39565696}" srcOrd="0" destOrd="0" presId="urn:microsoft.com/office/officeart/2008/layout/VerticalCurvedList"/>
    <dgm:cxn modelId="{6E190113-2D2F-4F25-BED4-83838FBA7620}" type="presParOf" srcId="{1726726A-5F80-411D-9547-9D480F2FA927}" destId="{726B4A01-3D1C-4C93-93EC-B620698B57EF}" srcOrd="3" destOrd="0" presId="urn:microsoft.com/office/officeart/2008/layout/VerticalCurvedList"/>
    <dgm:cxn modelId="{449A6D9F-E3ED-4F8D-974F-C116DE5410D4}" type="presParOf" srcId="{1726726A-5F80-411D-9547-9D480F2FA927}" destId="{72F1EDB0-46D4-4E5D-AD4C-F0A7537141D4}" srcOrd="4" destOrd="0" presId="urn:microsoft.com/office/officeart/2008/layout/VerticalCurvedList"/>
    <dgm:cxn modelId="{20BB597C-B531-4395-A83E-0E67CF0BEA8B}" type="presParOf" srcId="{72F1EDB0-46D4-4E5D-AD4C-F0A7537141D4}" destId="{BF15189A-3192-4C2F-983E-C7F4BD16BF08}" srcOrd="0" destOrd="0" presId="urn:microsoft.com/office/officeart/2008/layout/VerticalCurvedList"/>
    <dgm:cxn modelId="{36215B5A-E7DF-44B4-8CE0-6004B757B5A7}" type="presParOf" srcId="{1726726A-5F80-411D-9547-9D480F2FA927}" destId="{0864EBAA-47DB-43F6-BAC1-F8B3EE839905}" srcOrd="5" destOrd="0" presId="urn:microsoft.com/office/officeart/2008/layout/VerticalCurvedList"/>
    <dgm:cxn modelId="{13DB9A24-6178-4C13-88D6-90E676D20EFD}" type="presParOf" srcId="{1726726A-5F80-411D-9547-9D480F2FA927}" destId="{BDDBE5F8-1DAB-4349-B293-1F85D18AE8B8}" srcOrd="6" destOrd="0" presId="urn:microsoft.com/office/officeart/2008/layout/VerticalCurvedList"/>
    <dgm:cxn modelId="{FAFE4AAC-2546-4EA6-B0F2-9D3B4809BB26}" type="presParOf" srcId="{BDDBE5F8-1DAB-4349-B293-1F85D18AE8B8}" destId="{6FA7D745-FC0F-4F7A-91B2-C72432F191CB}" srcOrd="0" destOrd="0" presId="urn:microsoft.com/office/officeart/2008/layout/VerticalCurvedList"/>
    <dgm:cxn modelId="{1A6842C5-4456-4EEC-92F1-8300E8A00AA6}" type="presParOf" srcId="{1726726A-5F80-411D-9547-9D480F2FA927}" destId="{82191FEE-0774-4307-9738-D06CDB6AC338}" srcOrd="7" destOrd="0" presId="urn:microsoft.com/office/officeart/2008/layout/VerticalCurvedList"/>
    <dgm:cxn modelId="{16CCA898-A521-4CC4-A1E1-4FD8B5A1E28C}" type="presParOf" srcId="{1726726A-5F80-411D-9547-9D480F2FA927}" destId="{71EED641-C7D9-4CBB-89ED-C139AA03B5EA}" srcOrd="8" destOrd="0" presId="urn:microsoft.com/office/officeart/2008/layout/VerticalCurvedList"/>
    <dgm:cxn modelId="{3E4BA725-B978-4FA6-AD67-568A5632A751}" type="presParOf" srcId="{71EED641-C7D9-4CBB-89ED-C139AA03B5EA}" destId="{F192E8F0-08CD-4A65-B7EB-693A13B19F1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774C15C-69EF-4FA9-98DE-6CA3CEBDD6A4}" type="doc">
      <dgm:prSet loTypeId="urn:microsoft.com/office/officeart/2005/8/layout/chevron1" loCatId="process" qsTypeId="urn:microsoft.com/office/officeart/2005/8/quickstyle/simple5" qsCatId="simple" csTypeId="urn:microsoft.com/office/officeart/2005/8/colors/accent1_2" csCatId="accent1" phldr="1"/>
      <dgm:spPr/>
    </dgm:pt>
    <dgm:pt modelId="{9C7B7EE5-F394-4939-919F-2EEA5EBC5267}">
      <dgm:prSet phldrT="[文本]"/>
      <dgm:spPr/>
      <dgm:t>
        <a:bodyPr/>
        <a:lstStyle/>
        <a:p>
          <a:r>
            <a:rPr lang="en-US" altLang="zh-CN" dirty="0" smtClean="0"/>
            <a:t>A</a:t>
          </a:r>
          <a:r>
            <a:rPr lang="zh-CN" altLang="en-US" dirty="0" smtClean="0"/>
            <a:t>线程</a:t>
          </a:r>
          <a:endParaRPr lang="zh-CN" altLang="en-US" dirty="0"/>
        </a:p>
      </dgm:t>
    </dgm:pt>
    <dgm:pt modelId="{6CD2AB1E-26D7-4BD6-B35A-E9509874187D}" type="parTrans" cxnId="{AC661EE7-5A4A-469C-B6FA-D5B0AC061281}">
      <dgm:prSet/>
      <dgm:spPr/>
      <dgm:t>
        <a:bodyPr/>
        <a:lstStyle/>
        <a:p>
          <a:endParaRPr lang="zh-CN" altLang="en-US"/>
        </a:p>
      </dgm:t>
    </dgm:pt>
    <dgm:pt modelId="{730BC9AA-579B-4F5A-B295-8F08089B08A5}" type="sibTrans" cxnId="{AC661EE7-5A4A-469C-B6FA-D5B0AC061281}">
      <dgm:prSet/>
      <dgm:spPr/>
      <dgm:t>
        <a:bodyPr/>
        <a:lstStyle/>
        <a:p>
          <a:endParaRPr lang="zh-CN" altLang="en-US"/>
        </a:p>
      </dgm:t>
    </dgm:pt>
    <dgm:pt modelId="{4C10A532-68FE-4A08-9648-5582E4285312}">
      <dgm:prSet phldrT="[文本]"/>
      <dgm:spPr/>
      <dgm:t>
        <a:bodyPr/>
        <a:lstStyle/>
        <a:p>
          <a:r>
            <a:rPr lang="en-US" altLang="zh-CN" dirty="0" smtClean="0"/>
            <a:t>B</a:t>
          </a:r>
          <a:r>
            <a:rPr lang="zh-CN" altLang="en-US" dirty="0" smtClean="0"/>
            <a:t>线程</a:t>
          </a:r>
          <a:endParaRPr lang="zh-CN" altLang="en-US" dirty="0"/>
        </a:p>
      </dgm:t>
    </dgm:pt>
    <dgm:pt modelId="{BFE8F8F9-D5EB-472B-82AC-AF8922F3C3CA}" type="parTrans" cxnId="{C0BC8565-E2D1-4538-9E2F-17365BF043D2}">
      <dgm:prSet/>
      <dgm:spPr/>
      <dgm:t>
        <a:bodyPr/>
        <a:lstStyle/>
        <a:p>
          <a:endParaRPr lang="zh-CN" altLang="en-US"/>
        </a:p>
      </dgm:t>
    </dgm:pt>
    <dgm:pt modelId="{985094B6-31A4-45ED-BFCC-B46638EA2538}" type="sibTrans" cxnId="{C0BC8565-E2D1-4538-9E2F-17365BF043D2}">
      <dgm:prSet/>
      <dgm:spPr/>
      <dgm:t>
        <a:bodyPr/>
        <a:lstStyle/>
        <a:p>
          <a:endParaRPr lang="zh-CN" altLang="en-US"/>
        </a:p>
      </dgm:t>
    </dgm:pt>
    <dgm:pt modelId="{7E5E56F0-AD31-4EAB-9B98-38724016CC75}">
      <dgm:prSet phldrT="[文本]"/>
      <dgm:spPr/>
      <dgm:t>
        <a:bodyPr/>
        <a:lstStyle/>
        <a:p>
          <a:r>
            <a:rPr lang="en-US" altLang="zh-CN" dirty="0" smtClean="0"/>
            <a:t>C</a:t>
          </a:r>
          <a:r>
            <a:rPr lang="zh-CN" altLang="en-US" dirty="0" smtClean="0"/>
            <a:t>线程</a:t>
          </a:r>
          <a:endParaRPr lang="zh-CN" altLang="en-US" dirty="0"/>
        </a:p>
      </dgm:t>
    </dgm:pt>
    <dgm:pt modelId="{D1DB4FD3-786E-41EA-86D5-4639DB469A44}" type="parTrans" cxnId="{66093879-C243-499E-81A4-EB6710766B63}">
      <dgm:prSet/>
      <dgm:spPr/>
      <dgm:t>
        <a:bodyPr/>
        <a:lstStyle/>
        <a:p>
          <a:endParaRPr lang="zh-CN" altLang="en-US"/>
        </a:p>
      </dgm:t>
    </dgm:pt>
    <dgm:pt modelId="{6712202A-6D82-476D-A81E-D82CB3910443}" type="sibTrans" cxnId="{66093879-C243-499E-81A4-EB6710766B63}">
      <dgm:prSet/>
      <dgm:spPr/>
      <dgm:t>
        <a:bodyPr/>
        <a:lstStyle/>
        <a:p>
          <a:endParaRPr lang="zh-CN" altLang="en-US"/>
        </a:p>
      </dgm:t>
    </dgm:pt>
    <dgm:pt modelId="{105415B5-0029-4C80-8AA6-78320731F681}" type="pres">
      <dgm:prSet presAssocID="{F774C15C-69EF-4FA9-98DE-6CA3CEBDD6A4}" presName="Name0" presStyleCnt="0">
        <dgm:presLayoutVars>
          <dgm:dir/>
          <dgm:animLvl val="lvl"/>
          <dgm:resizeHandles val="exact"/>
        </dgm:presLayoutVars>
      </dgm:prSet>
      <dgm:spPr/>
    </dgm:pt>
    <dgm:pt modelId="{D4278214-8D72-4D93-85FD-C44A92847BA5}" type="pres">
      <dgm:prSet presAssocID="{9C7B7EE5-F394-4939-919F-2EEA5EBC5267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F329CD4-2D40-44CD-B2CD-626A77D1DF09}" type="pres">
      <dgm:prSet presAssocID="{730BC9AA-579B-4F5A-B295-8F08089B08A5}" presName="parTxOnlySpace" presStyleCnt="0"/>
      <dgm:spPr/>
    </dgm:pt>
    <dgm:pt modelId="{48528078-5127-4AE8-8D2D-D499E1048B2E}" type="pres">
      <dgm:prSet presAssocID="{4C10A532-68FE-4A08-9648-5582E4285312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6E1C8B1-999F-41A7-9987-DDB9D1E2CD38}" type="pres">
      <dgm:prSet presAssocID="{985094B6-31A4-45ED-BFCC-B46638EA2538}" presName="parTxOnlySpace" presStyleCnt="0"/>
      <dgm:spPr/>
    </dgm:pt>
    <dgm:pt modelId="{2AC84ADF-4183-43EA-B662-E4B179475743}" type="pres">
      <dgm:prSet presAssocID="{7E5E56F0-AD31-4EAB-9B98-38724016CC75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C0BC8565-E2D1-4538-9E2F-17365BF043D2}" srcId="{F774C15C-69EF-4FA9-98DE-6CA3CEBDD6A4}" destId="{4C10A532-68FE-4A08-9648-5582E4285312}" srcOrd="1" destOrd="0" parTransId="{BFE8F8F9-D5EB-472B-82AC-AF8922F3C3CA}" sibTransId="{985094B6-31A4-45ED-BFCC-B46638EA2538}"/>
    <dgm:cxn modelId="{AC661EE7-5A4A-469C-B6FA-D5B0AC061281}" srcId="{F774C15C-69EF-4FA9-98DE-6CA3CEBDD6A4}" destId="{9C7B7EE5-F394-4939-919F-2EEA5EBC5267}" srcOrd="0" destOrd="0" parTransId="{6CD2AB1E-26D7-4BD6-B35A-E9509874187D}" sibTransId="{730BC9AA-579B-4F5A-B295-8F08089B08A5}"/>
    <dgm:cxn modelId="{F6DAA09D-7551-414C-996D-55DDCC69BB6E}" type="presOf" srcId="{7E5E56F0-AD31-4EAB-9B98-38724016CC75}" destId="{2AC84ADF-4183-43EA-B662-E4B179475743}" srcOrd="0" destOrd="0" presId="urn:microsoft.com/office/officeart/2005/8/layout/chevron1"/>
    <dgm:cxn modelId="{66093879-C243-499E-81A4-EB6710766B63}" srcId="{F774C15C-69EF-4FA9-98DE-6CA3CEBDD6A4}" destId="{7E5E56F0-AD31-4EAB-9B98-38724016CC75}" srcOrd="2" destOrd="0" parTransId="{D1DB4FD3-786E-41EA-86D5-4639DB469A44}" sibTransId="{6712202A-6D82-476D-A81E-D82CB3910443}"/>
    <dgm:cxn modelId="{01EAF087-D404-4426-93A8-DA923891FB45}" type="presOf" srcId="{F774C15C-69EF-4FA9-98DE-6CA3CEBDD6A4}" destId="{105415B5-0029-4C80-8AA6-78320731F681}" srcOrd="0" destOrd="0" presId="urn:microsoft.com/office/officeart/2005/8/layout/chevron1"/>
    <dgm:cxn modelId="{AA563E3F-18E7-4500-844E-9D5ACE095A60}" type="presOf" srcId="{4C10A532-68FE-4A08-9648-5582E4285312}" destId="{48528078-5127-4AE8-8D2D-D499E1048B2E}" srcOrd="0" destOrd="0" presId="urn:microsoft.com/office/officeart/2005/8/layout/chevron1"/>
    <dgm:cxn modelId="{0719CD72-27DA-4054-BDCA-B74667B58563}" type="presOf" srcId="{9C7B7EE5-F394-4939-919F-2EEA5EBC5267}" destId="{D4278214-8D72-4D93-85FD-C44A92847BA5}" srcOrd="0" destOrd="0" presId="urn:microsoft.com/office/officeart/2005/8/layout/chevron1"/>
    <dgm:cxn modelId="{BAC5A081-7034-47AA-BEF9-9D5435F3F05A}" type="presParOf" srcId="{105415B5-0029-4C80-8AA6-78320731F681}" destId="{D4278214-8D72-4D93-85FD-C44A92847BA5}" srcOrd="0" destOrd="0" presId="urn:microsoft.com/office/officeart/2005/8/layout/chevron1"/>
    <dgm:cxn modelId="{B8E89A57-140C-430E-9BD5-D360EB7D281B}" type="presParOf" srcId="{105415B5-0029-4C80-8AA6-78320731F681}" destId="{0F329CD4-2D40-44CD-B2CD-626A77D1DF09}" srcOrd="1" destOrd="0" presId="urn:microsoft.com/office/officeart/2005/8/layout/chevron1"/>
    <dgm:cxn modelId="{5984FB55-9EB3-4B37-B422-3C3152D41523}" type="presParOf" srcId="{105415B5-0029-4C80-8AA6-78320731F681}" destId="{48528078-5127-4AE8-8D2D-D499E1048B2E}" srcOrd="2" destOrd="0" presId="urn:microsoft.com/office/officeart/2005/8/layout/chevron1"/>
    <dgm:cxn modelId="{874ED0F7-BF57-4EA1-9704-81ACADA72ED6}" type="presParOf" srcId="{105415B5-0029-4C80-8AA6-78320731F681}" destId="{96E1C8B1-999F-41A7-9987-DDB9D1E2CD38}" srcOrd="3" destOrd="0" presId="urn:microsoft.com/office/officeart/2005/8/layout/chevron1"/>
    <dgm:cxn modelId="{10874F4F-615A-4708-8506-001D04130956}" type="presParOf" srcId="{105415B5-0029-4C80-8AA6-78320731F681}" destId="{2AC84ADF-4183-43EA-B662-E4B179475743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D656047-62DF-4E23-9E64-1DD4108339E5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E251437-838A-4C9E-99A5-113E18338D63}">
      <dgm:prSet phldrT="[文本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kumimoji="1" lang="en-US" altLang="zh-CN" b="1" dirty="0" err="1" smtClean="0">
              <a:solidFill>
                <a:schemeClr val="bg1"/>
              </a:solidFill>
              <a:latin typeface="Verdana" pitchFamily="34" charset="0"/>
              <a:ea typeface="黑体" pitchFamily="2" charset="-122"/>
            </a:rPr>
            <a:t>ExecutorService</a:t>
          </a:r>
          <a:endParaRPr lang="zh-CN" altLang="en-US" dirty="0">
            <a:solidFill>
              <a:schemeClr val="bg1"/>
            </a:solidFill>
          </a:endParaRPr>
        </a:p>
      </dgm:t>
    </dgm:pt>
    <dgm:pt modelId="{DF22E459-8F99-429B-B18E-E3C80C3E69D8}" type="parTrans" cxnId="{C9CFE515-F8D6-42D3-A186-BF166AA33C07}">
      <dgm:prSet/>
      <dgm:spPr/>
      <dgm:t>
        <a:bodyPr/>
        <a:lstStyle/>
        <a:p>
          <a:endParaRPr lang="zh-CN" altLang="en-US"/>
        </a:p>
      </dgm:t>
    </dgm:pt>
    <dgm:pt modelId="{BB26B40F-7FB7-4E95-9336-5184FD777B29}" type="sibTrans" cxnId="{C9CFE515-F8D6-42D3-A186-BF166AA33C07}">
      <dgm:prSet/>
      <dgm:spPr/>
      <dgm:t>
        <a:bodyPr/>
        <a:lstStyle/>
        <a:p>
          <a:endParaRPr lang="zh-CN" altLang="en-US"/>
        </a:p>
      </dgm:t>
    </dgm:pt>
    <dgm:pt modelId="{FCE59729-3EEE-4E75-AEFE-D16B41FDE251}">
      <dgm:prSet phldrT="[文本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altLang="en-US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rPr>
            <a:t>newFixedThreadPool</a:t>
          </a:r>
          <a:endParaRPr lang="zh-CN" altLang="en-US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软雅黑" pitchFamily="34" charset="-122"/>
            <a:ea typeface="微软雅黑" pitchFamily="34" charset="-122"/>
          </a:endParaRPr>
        </a:p>
      </dgm:t>
    </dgm:pt>
    <dgm:pt modelId="{8F47B5C2-7872-45CD-BEDE-7C4DAAD5DC2F}" type="parTrans" cxnId="{2F222FC8-4D39-4B9F-B86E-0A27282A824A}">
      <dgm:prSet/>
      <dgm:spPr/>
      <dgm:t>
        <a:bodyPr/>
        <a:lstStyle/>
        <a:p>
          <a:endParaRPr lang="zh-CN" altLang="en-US"/>
        </a:p>
      </dgm:t>
    </dgm:pt>
    <dgm:pt modelId="{4FFDD0E9-13A7-4A46-AB75-418994C83720}" type="sibTrans" cxnId="{2F222FC8-4D39-4B9F-B86E-0A27282A824A}">
      <dgm:prSet/>
      <dgm:spPr/>
      <dgm:t>
        <a:bodyPr/>
        <a:lstStyle/>
        <a:p>
          <a:endParaRPr lang="zh-CN" altLang="en-US"/>
        </a:p>
      </dgm:t>
    </dgm:pt>
    <dgm:pt modelId="{52812552-DA9A-4397-AFA3-86CE8E6E8FF7}">
      <dgm:prSet phldrT="[文本]"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altLang="en-US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rPr>
            <a:t>newSingleThreadExecutor</a:t>
          </a:r>
          <a:endParaRPr lang="zh-CN" altLang="en-US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软雅黑" pitchFamily="34" charset="-122"/>
            <a:ea typeface="微软雅黑" pitchFamily="34" charset="-122"/>
          </a:endParaRPr>
        </a:p>
      </dgm:t>
    </dgm:pt>
    <dgm:pt modelId="{2D747F4C-222E-44F2-B504-E77F78ABC666}" type="parTrans" cxnId="{C57C61C1-51BF-4CE5-B500-8AAB1BF868B1}">
      <dgm:prSet/>
      <dgm:spPr/>
      <dgm:t>
        <a:bodyPr/>
        <a:lstStyle/>
        <a:p>
          <a:endParaRPr lang="zh-CN" altLang="en-US"/>
        </a:p>
      </dgm:t>
    </dgm:pt>
    <dgm:pt modelId="{4569FB7C-D5F6-4295-BE7B-DB7930EAFE68}" type="sibTrans" cxnId="{C57C61C1-51BF-4CE5-B500-8AAB1BF868B1}">
      <dgm:prSet/>
      <dgm:spPr/>
      <dgm:t>
        <a:bodyPr/>
        <a:lstStyle/>
        <a:p>
          <a:endParaRPr lang="zh-CN" altLang="en-US"/>
        </a:p>
      </dgm:t>
    </dgm:pt>
    <dgm:pt modelId="{4A904A9B-CA52-47F7-B7BF-0D0DDFF5363C}">
      <dgm:prSet phldrT="[文本]"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altLang="en-US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rPr>
            <a:t>newCachedThreadPool</a:t>
          </a:r>
          <a:endParaRPr lang="zh-CN" altLang="en-US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软雅黑" pitchFamily="34" charset="-122"/>
            <a:ea typeface="微软雅黑" pitchFamily="34" charset="-122"/>
          </a:endParaRPr>
        </a:p>
      </dgm:t>
    </dgm:pt>
    <dgm:pt modelId="{6217BE2E-0BD2-4325-BF06-A51BD0DA1CCB}" type="parTrans" cxnId="{814464D5-0883-4212-8BA6-C0B982BA14D7}">
      <dgm:prSet/>
      <dgm:spPr/>
      <dgm:t>
        <a:bodyPr/>
        <a:lstStyle/>
        <a:p>
          <a:endParaRPr lang="zh-CN" altLang="en-US"/>
        </a:p>
      </dgm:t>
    </dgm:pt>
    <dgm:pt modelId="{17A460E7-0FE0-47E8-8967-05681932A03E}" type="sibTrans" cxnId="{814464D5-0883-4212-8BA6-C0B982BA14D7}">
      <dgm:prSet/>
      <dgm:spPr/>
      <dgm:t>
        <a:bodyPr/>
        <a:lstStyle/>
        <a:p>
          <a:endParaRPr lang="zh-CN" altLang="en-US"/>
        </a:p>
      </dgm:t>
    </dgm:pt>
    <dgm:pt modelId="{6CBFFC1B-AC6F-460B-BFB7-CB204A52DF27}">
      <dgm:prSet phldrT="[文本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altLang="en-US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rPr>
            <a:t>newSingleThreadScheduledExecutor</a:t>
          </a:r>
          <a:endParaRPr lang="zh-CN" altLang="en-US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软雅黑" pitchFamily="34" charset="-122"/>
            <a:ea typeface="微软雅黑" pitchFamily="34" charset="-122"/>
          </a:endParaRPr>
        </a:p>
      </dgm:t>
    </dgm:pt>
    <dgm:pt modelId="{BD50199E-3687-4407-B403-CD65A3C39FF6}" type="parTrans" cxnId="{5FE9B8F7-63F7-49E5-97DE-8E1A570064DA}">
      <dgm:prSet/>
      <dgm:spPr/>
      <dgm:t>
        <a:bodyPr/>
        <a:lstStyle/>
        <a:p>
          <a:endParaRPr lang="zh-CN" altLang="en-US"/>
        </a:p>
      </dgm:t>
    </dgm:pt>
    <dgm:pt modelId="{385C8D38-0BE8-4CFB-8046-8972D352DF83}" type="sibTrans" cxnId="{5FE9B8F7-63F7-49E5-97DE-8E1A570064DA}">
      <dgm:prSet/>
      <dgm:spPr/>
      <dgm:t>
        <a:bodyPr/>
        <a:lstStyle/>
        <a:p>
          <a:endParaRPr lang="zh-CN" altLang="en-US"/>
        </a:p>
      </dgm:t>
    </dgm:pt>
    <dgm:pt modelId="{A0C9072B-B0D7-4C9F-A3D2-C26D00B2394D}" type="pres">
      <dgm:prSet presAssocID="{7D656047-62DF-4E23-9E64-1DD4108339E5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B67D5924-348B-4DE5-B45A-BF79747ABB69}" type="pres">
      <dgm:prSet presAssocID="{7D656047-62DF-4E23-9E64-1DD4108339E5}" presName="matrix" presStyleCnt="0"/>
      <dgm:spPr/>
    </dgm:pt>
    <dgm:pt modelId="{7AC324F9-D68C-40AD-B377-AE182FB0F2E1}" type="pres">
      <dgm:prSet presAssocID="{7D656047-62DF-4E23-9E64-1DD4108339E5}" presName="tile1" presStyleLbl="node1" presStyleIdx="0" presStyleCnt="4"/>
      <dgm:spPr/>
      <dgm:t>
        <a:bodyPr/>
        <a:lstStyle/>
        <a:p>
          <a:endParaRPr lang="zh-CN" altLang="en-US"/>
        </a:p>
      </dgm:t>
    </dgm:pt>
    <dgm:pt modelId="{B08B7ED6-6B22-46C8-AD70-BC367C762778}" type="pres">
      <dgm:prSet presAssocID="{7D656047-62DF-4E23-9E64-1DD4108339E5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2BA1BEF-267A-415A-8A09-28708DCFE84B}" type="pres">
      <dgm:prSet presAssocID="{7D656047-62DF-4E23-9E64-1DD4108339E5}" presName="tile2" presStyleLbl="node1" presStyleIdx="1" presStyleCnt="4"/>
      <dgm:spPr/>
      <dgm:t>
        <a:bodyPr/>
        <a:lstStyle/>
        <a:p>
          <a:endParaRPr lang="zh-CN" altLang="en-US"/>
        </a:p>
      </dgm:t>
    </dgm:pt>
    <dgm:pt modelId="{D1CE4448-B383-4261-97BB-10D4EBD06BA0}" type="pres">
      <dgm:prSet presAssocID="{7D656047-62DF-4E23-9E64-1DD4108339E5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4197C39-39B0-44C7-AED4-9CAEA08BC758}" type="pres">
      <dgm:prSet presAssocID="{7D656047-62DF-4E23-9E64-1DD4108339E5}" presName="tile3" presStyleLbl="node1" presStyleIdx="2" presStyleCnt="4"/>
      <dgm:spPr/>
      <dgm:t>
        <a:bodyPr/>
        <a:lstStyle/>
        <a:p>
          <a:endParaRPr lang="zh-CN" altLang="en-US"/>
        </a:p>
      </dgm:t>
    </dgm:pt>
    <dgm:pt modelId="{822F561B-2034-4AD3-99D8-8C2ED01D7DC1}" type="pres">
      <dgm:prSet presAssocID="{7D656047-62DF-4E23-9E64-1DD4108339E5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6A74540-7ADF-4DD6-81F6-8AFA5FC8CECF}" type="pres">
      <dgm:prSet presAssocID="{7D656047-62DF-4E23-9E64-1DD4108339E5}" presName="tile4" presStyleLbl="node1" presStyleIdx="3" presStyleCnt="4"/>
      <dgm:spPr/>
      <dgm:t>
        <a:bodyPr/>
        <a:lstStyle/>
        <a:p>
          <a:endParaRPr lang="zh-CN" altLang="en-US"/>
        </a:p>
      </dgm:t>
    </dgm:pt>
    <dgm:pt modelId="{3CBC67F0-94E1-47DC-B4E3-9A132F104916}" type="pres">
      <dgm:prSet presAssocID="{7D656047-62DF-4E23-9E64-1DD4108339E5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859D0BA-3DA0-4976-8BB3-198FC61573BC}" type="pres">
      <dgm:prSet presAssocID="{7D656047-62DF-4E23-9E64-1DD4108339E5}" presName="centerTile" presStyleLbl="fgShp" presStyleIdx="0" presStyleCnt="1">
        <dgm:presLayoutVars>
          <dgm:chMax val="0"/>
          <dgm:chPref val="0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B4DF9272-347D-4C6E-B3B3-8093BCBB6629}" type="presOf" srcId="{FCE59729-3EEE-4E75-AEFE-D16B41FDE251}" destId="{7AC324F9-D68C-40AD-B377-AE182FB0F2E1}" srcOrd="0" destOrd="0" presId="urn:microsoft.com/office/officeart/2005/8/layout/matrix1"/>
    <dgm:cxn modelId="{5FE9B8F7-63F7-49E5-97DE-8E1A570064DA}" srcId="{EE251437-838A-4C9E-99A5-113E18338D63}" destId="{6CBFFC1B-AC6F-460B-BFB7-CB204A52DF27}" srcOrd="3" destOrd="0" parTransId="{BD50199E-3687-4407-B403-CD65A3C39FF6}" sibTransId="{385C8D38-0BE8-4CFB-8046-8972D352DF83}"/>
    <dgm:cxn modelId="{ABB054CB-D77A-489C-A03D-AFCD6D8F97BD}" type="presOf" srcId="{7D656047-62DF-4E23-9E64-1DD4108339E5}" destId="{A0C9072B-B0D7-4C9F-A3D2-C26D00B2394D}" srcOrd="0" destOrd="0" presId="urn:microsoft.com/office/officeart/2005/8/layout/matrix1"/>
    <dgm:cxn modelId="{A638C546-F20F-432F-8182-329A1680201D}" type="presOf" srcId="{4A904A9B-CA52-47F7-B7BF-0D0DDFF5363C}" destId="{822F561B-2034-4AD3-99D8-8C2ED01D7DC1}" srcOrd="1" destOrd="0" presId="urn:microsoft.com/office/officeart/2005/8/layout/matrix1"/>
    <dgm:cxn modelId="{F935C675-97EE-4CEA-BFA5-FF45F80E344A}" type="presOf" srcId="{52812552-DA9A-4397-AFA3-86CE8E6E8FF7}" destId="{D1CE4448-B383-4261-97BB-10D4EBD06BA0}" srcOrd="1" destOrd="0" presId="urn:microsoft.com/office/officeart/2005/8/layout/matrix1"/>
    <dgm:cxn modelId="{C9CFE515-F8D6-42D3-A186-BF166AA33C07}" srcId="{7D656047-62DF-4E23-9E64-1DD4108339E5}" destId="{EE251437-838A-4C9E-99A5-113E18338D63}" srcOrd="0" destOrd="0" parTransId="{DF22E459-8F99-429B-B18E-E3C80C3E69D8}" sibTransId="{BB26B40F-7FB7-4E95-9336-5184FD777B29}"/>
    <dgm:cxn modelId="{706F9934-4BBC-4FBA-86EF-73EDC035218C}" type="presOf" srcId="{EE251437-838A-4C9E-99A5-113E18338D63}" destId="{C859D0BA-3DA0-4976-8BB3-198FC61573BC}" srcOrd="0" destOrd="0" presId="urn:microsoft.com/office/officeart/2005/8/layout/matrix1"/>
    <dgm:cxn modelId="{2AB2264A-F352-4CBC-8D1A-5872DC260F65}" type="presOf" srcId="{4A904A9B-CA52-47F7-B7BF-0D0DDFF5363C}" destId="{14197C39-39B0-44C7-AED4-9CAEA08BC758}" srcOrd="0" destOrd="0" presId="urn:microsoft.com/office/officeart/2005/8/layout/matrix1"/>
    <dgm:cxn modelId="{F55C022B-9C47-4565-A73E-BF4BECBB66F4}" type="presOf" srcId="{6CBFFC1B-AC6F-460B-BFB7-CB204A52DF27}" destId="{3CBC67F0-94E1-47DC-B4E3-9A132F104916}" srcOrd="1" destOrd="0" presId="urn:microsoft.com/office/officeart/2005/8/layout/matrix1"/>
    <dgm:cxn modelId="{2F222FC8-4D39-4B9F-B86E-0A27282A824A}" srcId="{EE251437-838A-4C9E-99A5-113E18338D63}" destId="{FCE59729-3EEE-4E75-AEFE-D16B41FDE251}" srcOrd="0" destOrd="0" parTransId="{8F47B5C2-7872-45CD-BEDE-7C4DAAD5DC2F}" sibTransId="{4FFDD0E9-13A7-4A46-AB75-418994C83720}"/>
    <dgm:cxn modelId="{95FD9610-E8D9-4B73-A7BD-8EF4C325ED40}" type="presOf" srcId="{52812552-DA9A-4397-AFA3-86CE8E6E8FF7}" destId="{22BA1BEF-267A-415A-8A09-28708DCFE84B}" srcOrd="0" destOrd="0" presId="urn:microsoft.com/office/officeart/2005/8/layout/matrix1"/>
    <dgm:cxn modelId="{C57C61C1-51BF-4CE5-B500-8AAB1BF868B1}" srcId="{EE251437-838A-4C9E-99A5-113E18338D63}" destId="{52812552-DA9A-4397-AFA3-86CE8E6E8FF7}" srcOrd="1" destOrd="0" parTransId="{2D747F4C-222E-44F2-B504-E77F78ABC666}" sibTransId="{4569FB7C-D5F6-4295-BE7B-DB7930EAFE68}"/>
    <dgm:cxn modelId="{814464D5-0883-4212-8BA6-C0B982BA14D7}" srcId="{EE251437-838A-4C9E-99A5-113E18338D63}" destId="{4A904A9B-CA52-47F7-B7BF-0D0DDFF5363C}" srcOrd="2" destOrd="0" parTransId="{6217BE2E-0BD2-4325-BF06-A51BD0DA1CCB}" sibTransId="{17A460E7-0FE0-47E8-8967-05681932A03E}"/>
    <dgm:cxn modelId="{4233C0B9-F695-4FC7-AA46-FE7E7929F59F}" type="presOf" srcId="{FCE59729-3EEE-4E75-AEFE-D16B41FDE251}" destId="{B08B7ED6-6B22-46C8-AD70-BC367C762778}" srcOrd="1" destOrd="0" presId="urn:microsoft.com/office/officeart/2005/8/layout/matrix1"/>
    <dgm:cxn modelId="{2C5C3EC8-1BA0-44DF-9077-9AE44C810932}" type="presOf" srcId="{6CBFFC1B-AC6F-460B-BFB7-CB204A52DF27}" destId="{56A74540-7ADF-4DD6-81F6-8AFA5FC8CECF}" srcOrd="0" destOrd="0" presId="urn:microsoft.com/office/officeart/2005/8/layout/matrix1"/>
    <dgm:cxn modelId="{612F8D98-EDE6-4520-9C01-233A6124392C}" type="presParOf" srcId="{A0C9072B-B0D7-4C9F-A3D2-C26D00B2394D}" destId="{B67D5924-348B-4DE5-B45A-BF79747ABB69}" srcOrd="0" destOrd="0" presId="urn:microsoft.com/office/officeart/2005/8/layout/matrix1"/>
    <dgm:cxn modelId="{79D81CAB-50A2-4F7B-8CE8-E00F0C6D6377}" type="presParOf" srcId="{B67D5924-348B-4DE5-B45A-BF79747ABB69}" destId="{7AC324F9-D68C-40AD-B377-AE182FB0F2E1}" srcOrd="0" destOrd="0" presId="urn:microsoft.com/office/officeart/2005/8/layout/matrix1"/>
    <dgm:cxn modelId="{7C0C2C4C-07CA-4589-8974-F1D5ADE1E96E}" type="presParOf" srcId="{B67D5924-348B-4DE5-B45A-BF79747ABB69}" destId="{B08B7ED6-6B22-46C8-AD70-BC367C762778}" srcOrd="1" destOrd="0" presId="urn:microsoft.com/office/officeart/2005/8/layout/matrix1"/>
    <dgm:cxn modelId="{E2B4228D-6992-4A87-B5D5-AFE16CB60090}" type="presParOf" srcId="{B67D5924-348B-4DE5-B45A-BF79747ABB69}" destId="{22BA1BEF-267A-415A-8A09-28708DCFE84B}" srcOrd="2" destOrd="0" presId="urn:microsoft.com/office/officeart/2005/8/layout/matrix1"/>
    <dgm:cxn modelId="{77791961-16D7-400D-877E-31E6009DA505}" type="presParOf" srcId="{B67D5924-348B-4DE5-B45A-BF79747ABB69}" destId="{D1CE4448-B383-4261-97BB-10D4EBD06BA0}" srcOrd="3" destOrd="0" presId="urn:microsoft.com/office/officeart/2005/8/layout/matrix1"/>
    <dgm:cxn modelId="{A00375F1-7414-4B36-A170-DB72409943EB}" type="presParOf" srcId="{B67D5924-348B-4DE5-B45A-BF79747ABB69}" destId="{14197C39-39B0-44C7-AED4-9CAEA08BC758}" srcOrd="4" destOrd="0" presId="urn:microsoft.com/office/officeart/2005/8/layout/matrix1"/>
    <dgm:cxn modelId="{F9CE0224-0BFD-476A-BFCE-929BDDBFAE0F}" type="presParOf" srcId="{B67D5924-348B-4DE5-B45A-BF79747ABB69}" destId="{822F561B-2034-4AD3-99D8-8C2ED01D7DC1}" srcOrd="5" destOrd="0" presId="urn:microsoft.com/office/officeart/2005/8/layout/matrix1"/>
    <dgm:cxn modelId="{32D29DD9-9D07-4002-AB59-95F82891C195}" type="presParOf" srcId="{B67D5924-348B-4DE5-B45A-BF79747ABB69}" destId="{56A74540-7ADF-4DD6-81F6-8AFA5FC8CECF}" srcOrd="6" destOrd="0" presId="urn:microsoft.com/office/officeart/2005/8/layout/matrix1"/>
    <dgm:cxn modelId="{72643720-0456-40A1-985D-5584676803B1}" type="presParOf" srcId="{B67D5924-348B-4DE5-B45A-BF79747ABB69}" destId="{3CBC67F0-94E1-47DC-B4E3-9A132F104916}" srcOrd="7" destOrd="0" presId="urn:microsoft.com/office/officeart/2005/8/layout/matrix1"/>
    <dgm:cxn modelId="{B28DDBEA-355D-4840-A5CF-EDC1631F7D54}" type="presParOf" srcId="{A0C9072B-B0D7-4C9F-A3D2-C26D00B2394D}" destId="{C859D0BA-3DA0-4976-8BB3-198FC61573BC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8077589-A9E3-465E-83EF-A881599E7FB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CDC2361-0A96-49A0-BBCD-79BCA2CAB8E6}">
      <dgm:prSet phldrT="[文本]"/>
      <dgm:spPr/>
      <dgm:t>
        <a:bodyPr/>
        <a:lstStyle/>
        <a:p>
          <a:r>
            <a:rPr lang="en-US" b="0" i="0" dirty="0" err="1" smtClean="0"/>
            <a:t>AbortPolicy</a:t>
          </a:r>
          <a:endParaRPr lang="zh-CN" altLang="en-US" dirty="0"/>
        </a:p>
      </dgm:t>
    </dgm:pt>
    <dgm:pt modelId="{1B1103A4-38AC-46A1-B434-0E0118E6A8AA}" type="parTrans" cxnId="{BCD77794-CE29-4357-BBDC-FEE302197D2D}">
      <dgm:prSet/>
      <dgm:spPr/>
      <dgm:t>
        <a:bodyPr/>
        <a:lstStyle/>
        <a:p>
          <a:endParaRPr lang="zh-CN" altLang="en-US"/>
        </a:p>
      </dgm:t>
    </dgm:pt>
    <dgm:pt modelId="{E64CECD7-02C1-40B4-A55F-C73A6152F233}" type="sibTrans" cxnId="{BCD77794-CE29-4357-BBDC-FEE302197D2D}">
      <dgm:prSet/>
      <dgm:spPr/>
      <dgm:t>
        <a:bodyPr/>
        <a:lstStyle/>
        <a:p>
          <a:endParaRPr lang="zh-CN" altLang="en-US"/>
        </a:p>
      </dgm:t>
    </dgm:pt>
    <dgm:pt modelId="{901F334E-1B01-4BE4-B457-20468AE93D6D}">
      <dgm:prSet phldrT="[文本]"/>
      <dgm:spPr/>
      <dgm:t>
        <a:bodyPr/>
        <a:lstStyle/>
        <a:p>
          <a:r>
            <a:rPr lang="en-US" altLang="zh-CN" dirty="0" smtClean="0"/>
            <a:t>Java</a:t>
          </a:r>
          <a:r>
            <a:rPr lang="zh-CN" altLang="en-US" dirty="0" smtClean="0"/>
            <a:t>线程池默认的阻塞策略，不执行此任务，而且抛出一个运行时异常</a:t>
          </a:r>
          <a:endParaRPr lang="zh-CN" altLang="en-US" dirty="0"/>
        </a:p>
      </dgm:t>
    </dgm:pt>
    <dgm:pt modelId="{C6A27C82-818A-4B6F-B5A5-E550BDC75828}" type="parTrans" cxnId="{CC5ABBD7-EF23-400F-A3CF-708342685FFF}">
      <dgm:prSet/>
      <dgm:spPr/>
      <dgm:t>
        <a:bodyPr/>
        <a:lstStyle/>
        <a:p>
          <a:endParaRPr lang="zh-CN" altLang="en-US"/>
        </a:p>
      </dgm:t>
    </dgm:pt>
    <dgm:pt modelId="{1A0D3F8F-3ED8-4471-B285-55668514D108}" type="sibTrans" cxnId="{CC5ABBD7-EF23-400F-A3CF-708342685FFF}">
      <dgm:prSet/>
      <dgm:spPr/>
      <dgm:t>
        <a:bodyPr/>
        <a:lstStyle/>
        <a:p>
          <a:endParaRPr lang="zh-CN" altLang="en-US"/>
        </a:p>
      </dgm:t>
    </dgm:pt>
    <dgm:pt modelId="{533AF81D-6287-4BE6-8AA7-A7510BDCB8AD}">
      <dgm:prSet phldrT="[文本]"/>
      <dgm:spPr/>
      <dgm:t>
        <a:bodyPr/>
        <a:lstStyle/>
        <a:p>
          <a:r>
            <a:rPr lang="en-US" b="0" i="0" dirty="0" err="1" smtClean="0"/>
            <a:t>DiscardPolicy</a:t>
          </a:r>
          <a:endParaRPr lang="zh-CN" altLang="en-US" dirty="0"/>
        </a:p>
      </dgm:t>
    </dgm:pt>
    <dgm:pt modelId="{28014C74-B579-43A7-B9BC-15A0040462FC}" type="parTrans" cxnId="{B6595FD9-1E63-494D-AA7F-0488B2633089}">
      <dgm:prSet/>
      <dgm:spPr/>
      <dgm:t>
        <a:bodyPr/>
        <a:lstStyle/>
        <a:p>
          <a:endParaRPr lang="zh-CN" altLang="en-US"/>
        </a:p>
      </dgm:t>
    </dgm:pt>
    <dgm:pt modelId="{DD723848-CE72-401E-8CB6-6FEBDBFD37A1}" type="sibTrans" cxnId="{B6595FD9-1E63-494D-AA7F-0488B2633089}">
      <dgm:prSet/>
      <dgm:spPr/>
      <dgm:t>
        <a:bodyPr/>
        <a:lstStyle/>
        <a:p>
          <a:endParaRPr lang="zh-CN" altLang="en-US"/>
        </a:p>
      </dgm:t>
    </dgm:pt>
    <dgm:pt modelId="{34383E90-EDAA-465A-B025-166EBB40CE93}">
      <dgm:prSet phldrT="[文本]"/>
      <dgm:spPr/>
      <dgm:t>
        <a:bodyPr/>
        <a:lstStyle/>
        <a:p>
          <a:r>
            <a:rPr lang="zh-CN" altLang="en-US" dirty="0" smtClean="0"/>
            <a:t>直接抛弃任务，不做任何操作，空方法</a:t>
          </a:r>
          <a:endParaRPr lang="zh-CN" altLang="en-US" dirty="0"/>
        </a:p>
      </dgm:t>
    </dgm:pt>
    <dgm:pt modelId="{DC28056B-A422-4E56-A643-E31B4C3BBD40}" type="parTrans" cxnId="{AFC5B9DE-4675-40C5-9FA2-EB8F16E81B5F}">
      <dgm:prSet/>
      <dgm:spPr/>
      <dgm:t>
        <a:bodyPr/>
        <a:lstStyle/>
        <a:p>
          <a:endParaRPr lang="zh-CN" altLang="en-US"/>
        </a:p>
      </dgm:t>
    </dgm:pt>
    <dgm:pt modelId="{3BB20B0F-749A-4BCD-9A50-3A4C2E5F8CF6}" type="sibTrans" cxnId="{AFC5B9DE-4675-40C5-9FA2-EB8F16E81B5F}">
      <dgm:prSet/>
      <dgm:spPr/>
      <dgm:t>
        <a:bodyPr/>
        <a:lstStyle/>
        <a:p>
          <a:endParaRPr lang="zh-CN" altLang="en-US"/>
        </a:p>
      </dgm:t>
    </dgm:pt>
    <dgm:pt modelId="{E8C72602-8E51-471F-A689-60E711B38E71}">
      <dgm:prSet phldrT="[文本]"/>
      <dgm:spPr/>
      <dgm:t>
        <a:bodyPr/>
        <a:lstStyle/>
        <a:p>
          <a:r>
            <a:rPr lang="en-US" b="0" i="0" dirty="0" err="1" smtClean="0"/>
            <a:t>DiscardOldestPolicy</a:t>
          </a:r>
          <a:endParaRPr lang="zh-CN" altLang="en-US" dirty="0"/>
        </a:p>
      </dgm:t>
    </dgm:pt>
    <dgm:pt modelId="{6D736B18-75F2-4342-B84D-6ABF8D9B0DDD}" type="parTrans" cxnId="{91C6AF2D-6D1E-470A-B173-3E8B37CB2AC8}">
      <dgm:prSet/>
      <dgm:spPr/>
      <dgm:t>
        <a:bodyPr/>
        <a:lstStyle/>
        <a:p>
          <a:endParaRPr lang="zh-CN" altLang="en-US"/>
        </a:p>
      </dgm:t>
    </dgm:pt>
    <dgm:pt modelId="{A6285686-DFC9-41C4-B835-67B72D6C4C33}" type="sibTrans" cxnId="{91C6AF2D-6D1E-470A-B173-3E8B37CB2AC8}">
      <dgm:prSet/>
      <dgm:spPr/>
      <dgm:t>
        <a:bodyPr/>
        <a:lstStyle/>
        <a:p>
          <a:endParaRPr lang="zh-CN" altLang="en-US"/>
        </a:p>
      </dgm:t>
    </dgm:pt>
    <dgm:pt modelId="{201B4C4C-986A-467D-94A9-26C3603B98E7}">
      <dgm:prSet phldrT="[文本]"/>
      <dgm:spPr/>
      <dgm:t>
        <a:bodyPr/>
        <a:lstStyle/>
        <a:p>
          <a:r>
            <a:rPr lang="zh-CN" altLang="en-US" b="0" i="0" dirty="0" smtClean="0"/>
            <a:t>从队列里面抛弃</a:t>
          </a:r>
          <a:r>
            <a:rPr lang="en-US" b="0" i="0" dirty="0" smtClean="0"/>
            <a:t>head</a:t>
          </a:r>
          <a:r>
            <a:rPr lang="zh-CN" altLang="en-US" b="0" i="0" dirty="0" smtClean="0"/>
            <a:t>的一个任务，并再次</a:t>
          </a:r>
          <a:r>
            <a:rPr lang="en-US" b="0" i="0" dirty="0" smtClean="0"/>
            <a:t>execute </a:t>
          </a:r>
          <a:r>
            <a:rPr lang="zh-CN" altLang="en-US" b="0" i="0" dirty="0" smtClean="0"/>
            <a:t>此</a:t>
          </a:r>
          <a:r>
            <a:rPr lang="en-US" b="0" i="0" dirty="0" smtClean="0"/>
            <a:t>task。</a:t>
          </a:r>
          <a:endParaRPr lang="zh-CN" altLang="en-US" dirty="0"/>
        </a:p>
      </dgm:t>
    </dgm:pt>
    <dgm:pt modelId="{AC091613-284D-432E-A9A5-5712456D9D8F}" type="parTrans" cxnId="{382704F6-8D76-410C-A020-D8715974DA1C}">
      <dgm:prSet/>
      <dgm:spPr/>
      <dgm:t>
        <a:bodyPr/>
        <a:lstStyle/>
        <a:p>
          <a:endParaRPr lang="zh-CN" altLang="en-US"/>
        </a:p>
      </dgm:t>
    </dgm:pt>
    <dgm:pt modelId="{4C77338B-1DCE-4146-9067-F82CE486B8F2}" type="sibTrans" cxnId="{382704F6-8D76-410C-A020-D8715974DA1C}">
      <dgm:prSet/>
      <dgm:spPr/>
      <dgm:t>
        <a:bodyPr/>
        <a:lstStyle/>
        <a:p>
          <a:endParaRPr lang="zh-CN" altLang="en-US"/>
        </a:p>
      </dgm:t>
    </dgm:pt>
    <dgm:pt modelId="{BCCB620E-26BD-4445-A57B-59BC74144255}">
      <dgm:prSet phldrT="[文本]"/>
      <dgm:spPr/>
      <dgm:t>
        <a:bodyPr/>
        <a:lstStyle/>
        <a:p>
          <a:r>
            <a:rPr lang="en-US" b="0" i="0" dirty="0" smtClean="0"/>
            <a:t>CallerRunsPolicy</a:t>
          </a:r>
          <a:endParaRPr lang="zh-CN" altLang="en-US" dirty="0"/>
        </a:p>
      </dgm:t>
    </dgm:pt>
    <dgm:pt modelId="{49D4F738-6EC8-467B-B3BC-06947621AA82}" type="parTrans" cxnId="{E2CF163A-C4EF-470D-B6CE-C16F8F2D6FE6}">
      <dgm:prSet/>
      <dgm:spPr/>
      <dgm:t>
        <a:bodyPr/>
        <a:lstStyle/>
        <a:p>
          <a:endParaRPr lang="zh-CN" altLang="en-US"/>
        </a:p>
      </dgm:t>
    </dgm:pt>
    <dgm:pt modelId="{8B06A4C0-35E0-42B7-A1C6-E775C6F3AFB1}" type="sibTrans" cxnId="{E2CF163A-C4EF-470D-B6CE-C16F8F2D6FE6}">
      <dgm:prSet/>
      <dgm:spPr/>
      <dgm:t>
        <a:bodyPr/>
        <a:lstStyle/>
        <a:p>
          <a:endParaRPr lang="zh-CN" altLang="en-US"/>
        </a:p>
      </dgm:t>
    </dgm:pt>
    <dgm:pt modelId="{876DD94D-40CE-4EC6-90C9-BA69D50963C1}">
      <dgm:prSet phldrT="[文本]"/>
      <dgm:spPr/>
      <dgm:t>
        <a:bodyPr/>
        <a:lstStyle/>
        <a:p>
          <a:r>
            <a:rPr lang="zh-CN" altLang="en-US" b="0" i="0" dirty="0" smtClean="0"/>
            <a:t>在调用</a:t>
          </a:r>
          <a:r>
            <a:rPr lang="en-US" b="0" i="0" dirty="0" smtClean="0"/>
            <a:t>execute</a:t>
          </a:r>
          <a:r>
            <a:rPr lang="zh-CN" altLang="en-US" b="0" i="0" dirty="0" smtClean="0"/>
            <a:t>的线程里面执行此</a:t>
          </a:r>
          <a:r>
            <a:rPr lang="en-US" b="0" i="0" dirty="0" smtClean="0"/>
            <a:t>command，</a:t>
          </a:r>
          <a:r>
            <a:rPr lang="zh-CN" altLang="en-US" b="0" i="0" dirty="0" smtClean="0"/>
            <a:t>会阻塞入口</a:t>
          </a:r>
          <a:endParaRPr lang="zh-CN" altLang="en-US" dirty="0"/>
        </a:p>
      </dgm:t>
    </dgm:pt>
    <dgm:pt modelId="{FC47757D-8057-42B7-9C7F-C3ADA855D6BB}" type="parTrans" cxnId="{A8E82321-C6CD-442B-9DCA-518C77E518CF}">
      <dgm:prSet/>
      <dgm:spPr/>
      <dgm:t>
        <a:bodyPr/>
        <a:lstStyle/>
        <a:p>
          <a:endParaRPr lang="zh-CN" altLang="en-US"/>
        </a:p>
      </dgm:t>
    </dgm:pt>
    <dgm:pt modelId="{1E205507-A060-4E9B-B538-4E1319C4ECF6}" type="sibTrans" cxnId="{A8E82321-C6CD-442B-9DCA-518C77E518CF}">
      <dgm:prSet/>
      <dgm:spPr/>
      <dgm:t>
        <a:bodyPr/>
        <a:lstStyle/>
        <a:p>
          <a:endParaRPr lang="zh-CN" altLang="en-US"/>
        </a:p>
      </dgm:t>
    </dgm:pt>
    <dgm:pt modelId="{57ACFA12-19EE-4295-950F-256E430DF223}">
      <dgm:prSet phldrT="[文本]"/>
      <dgm:spPr/>
      <dgm:t>
        <a:bodyPr/>
        <a:lstStyle/>
        <a:p>
          <a:r>
            <a:rPr lang="zh-CN" altLang="en-US" dirty="0" smtClean="0"/>
            <a:t>用户自定义策略</a:t>
          </a:r>
          <a:endParaRPr lang="zh-CN" altLang="en-US" dirty="0"/>
        </a:p>
      </dgm:t>
    </dgm:pt>
    <dgm:pt modelId="{801894A3-8AB2-47F6-ACF5-1ED357F35DCF}" type="parTrans" cxnId="{92D4C20A-065A-4D57-8AFF-A95578CA68E2}">
      <dgm:prSet/>
      <dgm:spPr/>
      <dgm:t>
        <a:bodyPr/>
        <a:lstStyle/>
        <a:p>
          <a:endParaRPr lang="zh-CN" altLang="en-US"/>
        </a:p>
      </dgm:t>
    </dgm:pt>
    <dgm:pt modelId="{C39A97C5-792A-4983-8741-08FFB64D8254}" type="sibTrans" cxnId="{92D4C20A-065A-4D57-8AFF-A95578CA68E2}">
      <dgm:prSet/>
      <dgm:spPr/>
      <dgm:t>
        <a:bodyPr/>
        <a:lstStyle/>
        <a:p>
          <a:endParaRPr lang="zh-CN" altLang="en-US"/>
        </a:p>
      </dgm:t>
    </dgm:pt>
    <dgm:pt modelId="{280DD75E-B07C-41D8-96A9-87EE32090FC9}">
      <dgm:prSet phldrT="[文本]"/>
      <dgm:spPr/>
      <dgm:t>
        <a:bodyPr/>
        <a:lstStyle/>
        <a:p>
          <a:r>
            <a:rPr lang="zh-CN" altLang="en-US" b="0" i="0" dirty="0" smtClean="0"/>
            <a:t>实现</a:t>
          </a:r>
          <a:r>
            <a:rPr lang="en-US" b="0" i="0" dirty="0" err="1" smtClean="0"/>
            <a:t>RejectedExecutionHandler</a:t>
          </a:r>
          <a:r>
            <a:rPr lang="en-US" b="0" i="0" dirty="0" smtClean="0"/>
            <a:t>，</a:t>
          </a:r>
          <a:r>
            <a:rPr lang="zh-CN" altLang="en-US" b="0" i="0" dirty="0" smtClean="0"/>
            <a:t>并自己定义策略模式</a:t>
          </a:r>
          <a:endParaRPr lang="zh-CN" altLang="en-US" dirty="0"/>
        </a:p>
      </dgm:t>
    </dgm:pt>
    <dgm:pt modelId="{D8BFAE3B-4F7F-48AA-A39E-55D1AD93996D}" type="parTrans" cxnId="{1CF60BB7-71A4-4D7F-92CA-0BE750EF9A52}">
      <dgm:prSet/>
      <dgm:spPr/>
      <dgm:t>
        <a:bodyPr/>
        <a:lstStyle/>
        <a:p>
          <a:endParaRPr lang="zh-CN" altLang="en-US"/>
        </a:p>
      </dgm:t>
    </dgm:pt>
    <dgm:pt modelId="{199E53C7-93EF-48DE-91E0-82CFEE809132}" type="sibTrans" cxnId="{1CF60BB7-71A4-4D7F-92CA-0BE750EF9A52}">
      <dgm:prSet/>
      <dgm:spPr/>
      <dgm:t>
        <a:bodyPr/>
        <a:lstStyle/>
        <a:p>
          <a:endParaRPr lang="zh-CN" altLang="en-US"/>
        </a:p>
      </dgm:t>
    </dgm:pt>
    <dgm:pt modelId="{BEB1AE9A-4FA6-41B6-949F-4FDB2BFF8E89}" type="pres">
      <dgm:prSet presAssocID="{58077589-A9E3-465E-83EF-A881599E7FB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79306DEF-299D-4C40-81DD-612AEA7C4F93}" type="pres">
      <dgm:prSet presAssocID="{8CDC2361-0A96-49A0-BBCD-79BCA2CAB8E6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9813A66-738D-4508-A770-9613D6B08421}" type="pres">
      <dgm:prSet presAssocID="{8CDC2361-0A96-49A0-BBCD-79BCA2CAB8E6}" presName="childText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82EE38A-99F0-415D-BBDB-4B94B1AE82E3}" type="pres">
      <dgm:prSet presAssocID="{533AF81D-6287-4BE6-8AA7-A7510BDCB8AD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3808179-F610-4EFC-A2B9-691F6610767F}" type="pres">
      <dgm:prSet presAssocID="{533AF81D-6287-4BE6-8AA7-A7510BDCB8AD}" presName="childText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64D3561-1214-4209-AAA7-CCC88E7FB96D}" type="pres">
      <dgm:prSet presAssocID="{E8C72602-8E51-471F-A689-60E711B38E71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AF37B71-6F59-43CC-937B-A12D7568E4BE}" type="pres">
      <dgm:prSet presAssocID="{E8C72602-8E51-471F-A689-60E711B38E71}" presName="childText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B8BA331-54EF-4EBF-99B7-63A5927EE886}" type="pres">
      <dgm:prSet presAssocID="{BCCB620E-26BD-4445-A57B-59BC74144255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EC33F41-AF63-4A8F-87B6-A697AE161876}" type="pres">
      <dgm:prSet presAssocID="{BCCB620E-26BD-4445-A57B-59BC74144255}" presName="childText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4E5D331-6142-4BB8-98FF-F05312C8B4C0}" type="pres">
      <dgm:prSet presAssocID="{57ACFA12-19EE-4295-950F-256E430DF223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F453731-A91D-46BB-9FD9-0608BAADF9EA}" type="pres">
      <dgm:prSet presAssocID="{57ACFA12-19EE-4295-950F-256E430DF223}" presName="childText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8FF0CDC-D4F9-409D-A58E-D9B6F7F58E0A}" type="presOf" srcId="{E8C72602-8E51-471F-A689-60E711B38E71}" destId="{F64D3561-1214-4209-AAA7-CCC88E7FB96D}" srcOrd="0" destOrd="0" presId="urn:microsoft.com/office/officeart/2005/8/layout/vList2"/>
    <dgm:cxn modelId="{B6595FD9-1E63-494D-AA7F-0488B2633089}" srcId="{58077589-A9E3-465E-83EF-A881599E7FB7}" destId="{533AF81D-6287-4BE6-8AA7-A7510BDCB8AD}" srcOrd="1" destOrd="0" parTransId="{28014C74-B579-43A7-B9BC-15A0040462FC}" sibTransId="{DD723848-CE72-401E-8CB6-6FEBDBFD37A1}"/>
    <dgm:cxn modelId="{D7B270A0-38A3-4C9C-8E11-09F301C85B54}" type="presOf" srcId="{58077589-A9E3-465E-83EF-A881599E7FB7}" destId="{BEB1AE9A-4FA6-41B6-949F-4FDB2BFF8E89}" srcOrd="0" destOrd="0" presId="urn:microsoft.com/office/officeart/2005/8/layout/vList2"/>
    <dgm:cxn modelId="{56AEBA76-0211-46D3-956A-72C3A00357D8}" type="presOf" srcId="{8CDC2361-0A96-49A0-BBCD-79BCA2CAB8E6}" destId="{79306DEF-299D-4C40-81DD-612AEA7C4F93}" srcOrd="0" destOrd="0" presId="urn:microsoft.com/office/officeart/2005/8/layout/vList2"/>
    <dgm:cxn modelId="{AFC5B9DE-4675-40C5-9FA2-EB8F16E81B5F}" srcId="{533AF81D-6287-4BE6-8AA7-A7510BDCB8AD}" destId="{34383E90-EDAA-465A-B025-166EBB40CE93}" srcOrd="0" destOrd="0" parTransId="{DC28056B-A422-4E56-A643-E31B4C3BBD40}" sibTransId="{3BB20B0F-749A-4BCD-9A50-3A4C2E5F8CF6}"/>
    <dgm:cxn modelId="{91C6AF2D-6D1E-470A-B173-3E8B37CB2AC8}" srcId="{58077589-A9E3-465E-83EF-A881599E7FB7}" destId="{E8C72602-8E51-471F-A689-60E711B38E71}" srcOrd="2" destOrd="0" parTransId="{6D736B18-75F2-4342-B84D-6ABF8D9B0DDD}" sibTransId="{A6285686-DFC9-41C4-B835-67B72D6C4C33}"/>
    <dgm:cxn modelId="{B79C9FE3-B316-4F51-901A-6BC08788B935}" type="presOf" srcId="{280DD75E-B07C-41D8-96A9-87EE32090FC9}" destId="{7F453731-A91D-46BB-9FD9-0608BAADF9EA}" srcOrd="0" destOrd="0" presId="urn:microsoft.com/office/officeart/2005/8/layout/vList2"/>
    <dgm:cxn modelId="{1CF60BB7-71A4-4D7F-92CA-0BE750EF9A52}" srcId="{57ACFA12-19EE-4295-950F-256E430DF223}" destId="{280DD75E-B07C-41D8-96A9-87EE32090FC9}" srcOrd="0" destOrd="0" parTransId="{D8BFAE3B-4F7F-48AA-A39E-55D1AD93996D}" sibTransId="{199E53C7-93EF-48DE-91E0-82CFEE809132}"/>
    <dgm:cxn modelId="{16E304C6-75EA-4F08-A94E-37004560AD01}" type="presOf" srcId="{BCCB620E-26BD-4445-A57B-59BC74144255}" destId="{9B8BA331-54EF-4EBF-99B7-63A5927EE886}" srcOrd="0" destOrd="0" presId="urn:microsoft.com/office/officeart/2005/8/layout/vList2"/>
    <dgm:cxn modelId="{6F76CB19-F715-48FB-B104-7D1E9BD58A0B}" type="presOf" srcId="{201B4C4C-986A-467D-94A9-26C3603B98E7}" destId="{1AF37B71-6F59-43CC-937B-A12D7568E4BE}" srcOrd="0" destOrd="0" presId="urn:microsoft.com/office/officeart/2005/8/layout/vList2"/>
    <dgm:cxn modelId="{A8E82321-C6CD-442B-9DCA-518C77E518CF}" srcId="{BCCB620E-26BD-4445-A57B-59BC74144255}" destId="{876DD94D-40CE-4EC6-90C9-BA69D50963C1}" srcOrd="0" destOrd="0" parTransId="{FC47757D-8057-42B7-9C7F-C3ADA855D6BB}" sibTransId="{1E205507-A060-4E9B-B538-4E1319C4ECF6}"/>
    <dgm:cxn modelId="{4287B3C3-2773-4581-B611-CE681B32E959}" type="presOf" srcId="{533AF81D-6287-4BE6-8AA7-A7510BDCB8AD}" destId="{482EE38A-99F0-415D-BBDB-4B94B1AE82E3}" srcOrd="0" destOrd="0" presId="urn:microsoft.com/office/officeart/2005/8/layout/vList2"/>
    <dgm:cxn modelId="{CC3B98AE-85AE-43D9-ABA1-A8C99D804975}" type="presOf" srcId="{876DD94D-40CE-4EC6-90C9-BA69D50963C1}" destId="{7EC33F41-AF63-4A8F-87B6-A697AE161876}" srcOrd="0" destOrd="0" presId="urn:microsoft.com/office/officeart/2005/8/layout/vList2"/>
    <dgm:cxn modelId="{E2CF163A-C4EF-470D-B6CE-C16F8F2D6FE6}" srcId="{58077589-A9E3-465E-83EF-A881599E7FB7}" destId="{BCCB620E-26BD-4445-A57B-59BC74144255}" srcOrd="3" destOrd="0" parTransId="{49D4F738-6EC8-467B-B3BC-06947621AA82}" sibTransId="{8B06A4C0-35E0-42B7-A1C6-E775C6F3AFB1}"/>
    <dgm:cxn modelId="{16C6AA35-EC3E-40B7-B826-F2E9B5582B16}" type="presOf" srcId="{34383E90-EDAA-465A-B025-166EBB40CE93}" destId="{63808179-F610-4EFC-A2B9-691F6610767F}" srcOrd="0" destOrd="0" presId="urn:microsoft.com/office/officeart/2005/8/layout/vList2"/>
    <dgm:cxn modelId="{35FA64D6-631D-4575-B6AC-2C2CA5685319}" type="presOf" srcId="{57ACFA12-19EE-4295-950F-256E430DF223}" destId="{A4E5D331-6142-4BB8-98FF-F05312C8B4C0}" srcOrd="0" destOrd="0" presId="urn:microsoft.com/office/officeart/2005/8/layout/vList2"/>
    <dgm:cxn modelId="{CC5ABBD7-EF23-400F-A3CF-708342685FFF}" srcId="{8CDC2361-0A96-49A0-BBCD-79BCA2CAB8E6}" destId="{901F334E-1B01-4BE4-B457-20468AE93D6D}" srcOrd="0" destOrd="0" parTransId="{C6A27C82-818A-4B6F-B5A5-E550BDC75828}" sibTransId="{1A0D3F8F-3ED8-4471-B285-55668514D108}"/>
    <dgm:cxn modelId="{382704F6-8D76-410C-A020-D8715974DA1C}" srcId="{E8C72602-8E51-471F-A689-60E711B38E71}" destId="{201B4C4C-986A-467D-94A9-26C3603B98E7}" srcOrd="0" destOrd="0" parTransId="{AC091613-284D-432E-A9A5-5712456D9D8F}" sibTransId="{4C77338B-1DCE-4146-9067-F82CE486B8F2}"/>
    <dgm:cxn modelId="{92D4C20A-065A-4D57-8AFF-A95578CA68E2}" srcId="{58077589-A9E3-465E-83EF-A881599E7FB7}" destId="{57ACFA12-19EE-4295-950F-256E430DF223}" srcOrd="4" destOrd="0" parTransId="{801894A3-8AB2-47F6-ACF5-1ED357F35DCF}" sibTransId="{C39A97C5-792A-4983-8741-08FFB64D8254}"/>
    <dgm:cxn modelId="{BCD77794-CE29-4357-BBDC-FEE302197D2D}" srcId="{58077589-A9E3-465E-83EF-A881599E7FB7}" destId="{8CDC2361-0A96-49A0-BBCD-79BCA2CAB8E6}" srcOrd="0" destOrd="0" parTransId="{1B1103A4-38AC-46A1-B434-0E0118E6A8AA}" sibTransId="{E64CECD7-02C1-40B4-A55F-C73A6152F233}"/>
    <dgm:cxn modelId="{2DD15E0B-3277-455B-9798-A1E13F47097C}" type="presOf" srcId="{901F334E-1B01-4BE4-B457-20468AE93D6D}" destId="{F9813A66-738D-4508-A770-9613D6B08421}" srcOrd="0" destOrd="0" presId="urn:microsoft.com/office/officeart/2005/8/layout/vList2"/>
    <dgm:cxn modelId="{B02A6909-B91C-4B2C-9DFF-A34D55CEAAA2}" type="presParOf" srcId="{BEB1AE9A-4FA6-41B6-949F-4FDB2BFF8E89}" destId="{79306DEF-299D-4C40-81DD-612AEA7C4F93}" srcOrd="0" destOrd="0" presId="urn:microsoft.com/office/officeart/2005/8/layout/vList2"/>
    <dgm:cxn modelId="{6D4C6599-32EB-44E1-B1B5-39F762399F0D}" type="presParOf" srcId="{BEB1AE9A-4FA6-41B6-949F-4FDB2BFF8E89}" destId="{F9813A66-738D-4508-A770-9613D6B08421}" srcOrd="1" destOrd="0" presId="urn:microsoft.com/office/officeart/2005/8/layout/vList2"/>
    <dgm:cxn modelId="{D67E08A0-4A4F-4C03-9D10-A8F89AE93E1F}" type="presParOf" srcId="{BEB1AE9A-4FA6-41B6-949F-4FDB2BFF8E89}" destId="{482EE38A-99F0-415D-BBDB-4B94B1AE82E3}" srcOrd="2" destOrd="0" presId="urn:microsoft.com/office/officeart/2005/8/layout/vList2"/>
    <dgm:cxn modelId="{4DB9C8BD-3105-4ACE-869A-82BA7A84DC55}" type="presParOf" srcId="{BEB1AE9A-4FA6-41B6-949F-4FDB2BFF8E89}" destId="{63808179-F610-4EFC-A2B9-691F6610767F}" srcOrd="3" destOrd="0" presId="urn:microsoft.com/office/officeart/2005/8/layout/vList2"/>
    <dgm:cxn modelId="{0F508309-E025-4910-B61F-C3C145E50EB6}" type="presParOf" srcId="{BEB1AE9A-4FA6-41B6-949F-4FDB2BFF8E89}" destId="{F64D3561-1214-4209-AAA7-CCC88E7FB96D}" srcOrd="4" destOrd="0" presId="urn:microsoft.com/office/officeart/2005/8/layout/vList2"/>
    <dgm:cxn modelId="{7D32502D-0A26-4128-B9C5-708E2E8A053C}" type="presParOf" srcId="{BEB1AE9A-4FA6-41B6-949F-4FDB2BFF8E89}" destId="{1AF37B71-6F59-43CC-937B-A12D7568E4BE}" srcOrd="5" destOrd="0" presId="urn:microsoft.com/office/officeart/2005/8/layout/vList2"/>
    <dgm:cxn modelId="{95A75DBC-8AD1-4853-82FF-306F02EBE06F}" type="presParOf" srcId="{BEB1AE9A-4FA6-41B6-949F-4FDB2BFF8E89}" destId="{9B8BA331-54EF-4EBF-99B7-63A5927EE886}" srcOrd="6" destOrd="0" presId="urn:microsoft.com/office/officeart/2005/8/layout/vList2"/>
    <dgm:cxn modelId="{B2710F13-98C8-4204-A948-7AE7A05999F9}" type="presParOf" srcId="{BEB1AE9A-4FA6-41B6-949F-4FDB2BFF8E89}" destId="{7EC33F41-AF63-4A8F-87B6-A697AE161876}" srcOrd="7" destOrd="0" presId="urn:microsoft.com/office/officeart/2005/8/layout/vList2"/>
    <dgm:cxn modelId="{248A003E-1BDF-4688-809D-271AC167B992}" type="presParOf" srcId="{BEB1AE9A-4FA6-41B6-949F-4FDB2BFF8E89}" destId="{A4E5D331-6142-4BB8-98FF-F05312C8B4C0}" srcOrd="8" destOrd="0" presId="urn:microsoft.com/office/officeart/2005/8/layout/vList2"/>
    <dgm:cxn modelId="{F2E2467F-D2BF-4AF8-951A-214F25DCE9BE}" type="presParOf" srcId="{BEB1AE9A-4FA6-41B6-949F-4FDB2BFF8E89}" destId="{7F453731-A91D-46BB-9FD9-0608BAADF9EA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06C14A-EB50-4AB5-BCF8-0B6C39AA3343}">
      <dsp:nvSpPr>
        <dsp:cNvPr id="0" name=""/>
        <dsp:cNvSpPr/>
      </dsp:nvSpPr>
      <dsp:spPr>
        <a:xfrm>
          <a:off x="0" y="523991"/>
          <a:ext cx="8143875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E89D3A-3459-47AC-9FAE-C17BBA63E962}">
      <dsp:nvSpPr>
        <dsp:cNvPr id="0" name=""/>
        <dsp:cNvSpPr/>
      </dsp:nvSpPr>
      <dsp:spPr>
        <a:xfrm>
          <a:off x="407193" y="36911"/>
          <a:ext cx="5700712" cy="9741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5000"/>
                <a:shade val="95000"/>
                <a:satMod val="175000"/>
              </a:schemeClr>
            </a:gs>
            <a:gs pos="12000">
              <a:schemeClr val="accent1">
                <a:hueOff val="0"/>
                <a:satOff val="0"/>
                <a:lumOff val="0"/>
                <a:alphaOff val="0"/>
                <a:tint val="90000"/>
                <a:shade val="90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75000"/>
                <a:satMod val="150000"/>
              </a:schemeClr>
            </a:gs>
          </a:gsLst>
          <a:lin ang="16200000" scaled="1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473" tIns="0" rIns="215473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300" kern="1200" dirty="0" smtClean="0"/>
            <a:t>1</a:t>
          </a:r>
          <a:r>
            <a:rPr lang="zh-CN" altLang="en-US" sz="3300" kern="1200" dirty="0" smtClean="0"/>
            <a:t>、一个小问题</a:t>
          </a:r>
          <a:endParaRPr lang="zh-CN" altLang="en-US" sz="3300" kern="1200" dirty="0"/>
        </a:p>
      </dsp:txBody>
      <dsp:txXfrm>
        <a:off x="454748" y="84466"/>
        <a:ext cx="5605602" cy="879050"/>
      </dsp:txXfrm>
    </dsp:sp>
    <dsp:sp modelId="{301F4945-2654-4892-BCC5-36B2F510A36D}">
      <dsp:nvSpPr>
        <dsp:cNvPr id="0" name=""/>
        <dsp:cNvSpPr/>
      </dsp:nvSpPr>
      <dsp:spPr>
        <a:xfrm>
          <a:off x="0" y="2020871"/>
          <a:ext cx="8143875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EB2F94-4AE3-4A2A-A8DB-C41E6397E24C}">
      <dsp:nvSpPr>
        <dsp:cNvPr id="0" name=""/>
        <dsp:cNvSpPr/>
      </dsp:nvSpPr>
      <dsp:spPr>
        <a:xfrm>
          <a:off x="407193" y="1533791"/>
          <a:ext cx="5700712" cy="9741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5000"/>
                <a:shade val="95000"/>
                <a:satMod val="175000"/>
              </a:schemeClr>
            </a:gs>
            <a:gs pos="12000">
              <a:schemeClr val="accent1">
                <a:hueOff val="0"/>
                <a:satOff val="0"/>
                <a:lumOff val="0"/>
                <a:alphaOff val="0"/>
                <a:tint val="90000"/>
                <a:shade val="90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75000"/>
                <a:satMod val="150000"/>
              </a:schemeClr>
            </a:gs>
          </a:gsLst>
          <a:lin ang="16200000" scaled="1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473" tIns="0" rIns="215473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300" kern="1200" dirty="0" smtClean="0"/>
            <a:t>2</a:t>
          </a:r>
          <a:r>
            <a:rPr lang="zh-CN" altLang="en-US" sz="3300" kern="1200" dirty="0" smtClean="0"/>
            <a:t>、实现并发编程的方式</a:t>
          </a:r>
          <a:endParaRPr lang="zh-CN" altLang="en-US" sz="3300" kern="1200" dirty="0"/>
        </a:p>
      </dsp:txBody>
      <dsp:txXfrm>
        <a:off x="454748" y="1581346"/>
        <a:ext cx="5605602" cy="879050"/>
      </dsp:txXfrm>
    </dsp:sp>
    <dsp:sp modelId="{E4930568-3823-40A6-AC2F-3C381F375821}">
      <dsp:nvSpPr>
        <dsp:cNvPr id="0" name=""/>
        <dsp:cNvSpPr/>
      </dsp:nvSpPr>
      <dsp:spPr>
        <a:xfrm>
          <a:off x="0" y="3517751"/>
          <a:ext cx="8143875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4A9B96-4D67-4CE2-90A8-00BFC23CB23C}">
      <dsp:nvSpPr>
        <dsp:cNvPr id="0" name=""/>
        <dsp:cNvSpPr/>
      </dsp:nvSpPr>
      <dsp:spPr>
        <a:xfrm>
          <a:off x="407193" y="3030671"/>
          <a:ext cx="5700712" cy="9741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5000"/>
                <a:shade val="95000"/>
                <a:satMod val="175000"/>
              </a:schemeClr>
            </a:gs>
            <a:gs pos="12000">
              <a:schemeClr val="accent1">
                <a:hueOff val="0"/>
                <a:satOff val="0"/>
                <a:lumOff val="0"/>
                <a:alphaOff val="0"/>
                <a:tint val="90000"/>
                <a:shade val="90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75000"/>
                <a:satMod val="150000"/>
              </a:schemeClr>
            </a:gs>
          </a:gsLst>
          <a:lin ang="16200000" scaled="1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473" tIns="0" rIns="215473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300" kern="1200" dirty="0" smtClean="0"/>
            <a:t>3</a:t>
          </a:r>
          <a:r>
            <a:rPr lang="zh-CN" altLang="en-US" sz="3300" kern="1200" dirty="0" smtClean="0"/>
            <a:t>、并发编程的实际应用</a:t>
          </a:r>
          <a:endParaRPr lang="en-US" altLang="zh-CN" sz="3300" kern="1200" dirty="0" smtClean="0"/>
        </a:p>
      </dsp:txBody>
      <dsp:txXfrm>
        <a:off x="454748" y="3078226"/>
        <a:ext cx="5605602" cy="8790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B146E8-62B0-4EEA-AD0C-9D5DC018941A}">
      <dsp:nvSpPr>
        <dsp:cNvPr id="0" name=""/>
        <dsp:cNvSpPr/>
      </dsp:nvSpPr>
      <dsp:spPr>
        <a:xfrm>
          <a:off x="1486" y="1629366"/>
          <a:ext cx="1567128" cy="34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 smtClean="0"/>
            <a:t>单线程</a:t>
          </a:r>
          <a:endParaRPr lang="zh-CN" altLang="en-US" sz="1200" kern="1200" dirty="0"/>
        </a:p>
      </dsp:txBody>
      <dsp:txXfrm>
        <a:off x="1486" y="1629366"/>
        <a:ext cx="1567128" cy="345600"/>
      </dsp:txXfrm>
    </dsp:sp>
    <dsp:sp modelId="{7B38E451-DB55-4424-9190-20225ED28DDF}">
      <dsp:nvSpPr>
        <dsp:cNvPr id="0" name=""/>
        <dsp:cNvSpPr/>
      </dsp:nvSpPr>
      <dsp:spPr>
        <a:xfrm>
          <a:off x="4088" y="1980752"/>
          <a:ext cx="1567128" cy="77409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200" b="0" i="0" kern="1200" dirty="0" smtClean="0"/>
            <a:t>单线程。</a:t>
          </a:r>
          <a:endParaRPr lang="zh-CN" altLang="en-US" sz="1200" kern="1200" dirty="0"/>
        </a:p>
      </dsp:txBody>
      <dsp:txXfrm>
        <a:off x="4088" y="1980752"/>
        <a:ext cx="1567128" cy="774090"/>
      </dsp:txXfrm>
    </dsp:sp>
    <dsp:sp modelId="{2619927F-2BCF-4909-A2A6-14FB18DEB16F}">
      <dsp:nvSpPr>
        <dsp:cNvPr id="0" name=""/>
        <dsp:cNvSpPr/>
      </dsp:nvSpPr>
      <dsp:spPr>
        <a:xfrm>
          <a:off x="1788013" y="1633941"/>
          <a:ext cx="1567128" cy="34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 smtClean="0"/>
            <a:t>多线程</a:t>
          </a:r>
          <a:endParaRPr lang="zh-CN" altLang="en-US" sz="1200" kern="1200" dirty="0"/>
        </a:p>
      </dsp:txBody>
      <dsp:txXfrm>
        <a:off x="1788013" y="1633941"/>
        <a:ext cx="1567128" cy="345600"/>
      </dsp:txXfrm>
    </dsp:sp>
    <dsp:sp modelId="{08B20566-7A2E-4373-BE76-1883130C79FD}">
      <dsp:nvSpPr>
        <dsp:cNvPr id="0" name=""/>
        <dsp:cNvSpPr/>
      </dsp:nvSpPr>
      <dsp:spPr>
        <a:xfrm>
          <a:off x="1790614" y="1980752"/>
          <a:ext cx="1567128" cy="77409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200" b="0" i="0" kern="1200" dirty="0" smtClean="0"/>
            <a:t>通过继承</a:t>
          </a:r>
          <a:r>
            <a:rPr lang="en-US" altLang="zh-CN" sz="1200" b="0" i="0" kern="1200" dirty="0" smtClean="0"/>
            <a:t>Thread</a:t>
          </a:r>
          <a:r>
            <a:rPr lang="zh-CN" altLang="en-US" sz="1200" b="0" i="0" kern="1200" dirty="0" smtClean="0"/>
            <a:t>类或者实现</a:t>
          </a:r>
          <a:r>
            <a:rPr lang="en-US" altLang="zh-CN" sz="1200" b="0" i="0" kern="1200" dirty="0" err="1" smtClean="0"/>
            <a:t>Runable</a:t>
          </a:r>
          <a:r>
            <a:rPr lang="zh-CN" altLang="en-US" sz="1200" b="0" i="0" kern="1200" smtClean="0"/>
            <a:t>接口启动多</a:t>
          </a:r>
          <a:r>
            <a:rPr lang="zh-CN" altLang="en-US" sz="1200" b="0" i="0" kern="1200" dirty="0" smtClean="0"/>
            <a:t>线程。</a:t>
          </a:r>
          <a:endParaRPr lang="zh-CN" altLang="en-US" sz="1200" kern="1200" dirty="0"/>
        </a:p>
      </dsp:txBody>
      <dsp:txXfrm>
        <a:off x="1790614" y="1980752"/>
        <a:ext cx="1567128" cy="774090"/>
      </dsp:txXfrm>
    </dsp:sp>
    <dsp:sp modelId="{47FA6AEB-843A-4F64-924F-814E60453CA5}">
      <dsp:nvSpPr>
        <dsp:cNvPr id="0" name=""/>
        <dsp:cNvSpPr/>
      </dsp:nvSpPr>
      <dsp:spPr>
        <a:xfrm>
          <a:off x="3574539" y="1633941"/>
          <a:ext cx="1567128" cy="34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 smtClean="0"/>
            <a:t>线程池</a:t>
          </a:r>
          <a:endParaRPr lang="zh-CN" altLang="en-US" sz="1200" kern="1200" dirty="0"/>
        </a:p>
      </dsp:txBody>
      <dsp:txXfrm>
        <a:off x="3574539" y="1633941"/>
        <a:ext cx="1567128" cy="345600"/>
      </dsp:txXfrm>
    </dsp:sp>
    <dsp:sp modelId="{5ED8862B-1466-4567-A29C-E047A730E31C}">
      <dsp:nvSpPr>
        <dsp:cNvPr id="0" name=""/>
        <dsp:cNvSpPr/>
      </dsp:nvSpPr>
      <dsp:spPr>
        <a:xfrm>
          <a:off x="3577140" y="1980752"/>
          <a:ext cx="1567128" cy="77409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200" b="0" i="0" kern="1200" dirty="0" smtClean="0"/>
            <a:t>通过</a:t>
          </a:r>
          <a:r>
            <a:rPr lang="en-US" altLang="en-US" sz="1200" b="0" i="0" kern="1200" dirty="0" smtClean="0"/>
            <a:t>Executors</a:t>
          </a:r>
          <a:r>
            <a:rPr lang="zh-CN" altLang="en-US" sz="1200" b="0" i="0" kern="1200" dirty="0" smtClean="0"/>
            <a:t>或者</a:t>
          </a:r>
          <a:r>
            <a:rPr lang="en-US" altLang="en-US" sz="1200" b="0" i="0" kern="1200" dirty="0" err="1" smtClean="0"/>
            <a:t>ThreadPoolExecutor</a:t>
          </a:r>
          <a:r>
            <a:rPr lang="zh-CN" altLang="en-US" sz="1200" b="0" i="0" kern="1200" dirty="0" smtClean="0"/>
            <a:t>创建线程池。</a:t>
          </a:r>
          <a:endParaRPr lang="zh-CN" altLang="en-US" sz="1200" kern="1200" dirty="0"/>
        </a:p>
      </dsp:txBody>
      <dsp:txXfrm>
        <a:off x="3577140" y="1980752"/>
        <a:ext cx="1567128" cy="774090"/>
      </dsp:txXfrm>
    </dsp:sp>
    <dsp:sp modelId="{8223F544-F482-4353-9645-8CF196F88637}">
      <dsp:nvSpPr>
        <dsp:cNvPr id="0" name=""/>
        <dsp:cNvSpPr/>
      </dsp:nvSpPr>
      <dsp:spPr>
        <a:xfrm>
          <a:off x="5363667" y="1636398"/>
          <a:ext cx="1567128" cy="34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kern="1200" dirty="0" smtClean="0"/>
            <a:t>Fork/Join</a:t>
          </a:r>
          <a:endParaRPr lang="zh-CN" altLang="en-US" sz="1200" kern="1200" dirty="0"/>
        </a:p>
      </dsp:txBody>
      <dsp:txXfrm>
        <a:off x="5363667" y="1636398"/>
        <a:ext cx="1567128" cy="345600"/>
      </dsp:txXfrm>
    </dsp:sp>
    <dsp:sp modelId="{FF46DD06-183D-4035-8E01-AC207BDF07EE}">
      <dsp:nvSpPr>
        <dsp:cNvPr id="0" name=""/>
        <dsp:cNvSpPr/>
      </dsp:nvSpPr>
      <dsp:spPr>
        <a:xfrm>
          <a:off x="5363667" y="1981999"/>
          <a:ext cx="1567128" cy="77409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200" kern="1200" dirty="0" smtClean="0"/>
            <a:t>通过</a:t>
          </a:r>
          <a:r>
            <a:rPr lang="en-US" sz="1200" b="0" i="0" kern="1200" dirty="0" err="1" smtClean="0"/>
            <a:t>ForkJoinPool</a:t>
          </a:r>
          <a:r>
            <a:rPr lang="zh-CN" altLang="en-US" sz="1200" b="0" i="0" kern="1200" dirty="0" smtClean="0"/>
            <a:t>类来启动线程池</a:t>
          </a:r>
          <a:r>
            <a:rPr lang="zh-CN" altLang="en-US" sz="1200" kern="1200" dirty="0" smtClean="0"/>
            <a:t>。</a:t>
          </a:r>
          <a:endParaRPr lang="zh-CN" altLang="en-US" sz="1200" kern="1200" dirty="0"/>
        </a:p>
      </dsp:txBody>
      <dsp:txXfrm>
        <a:off x="5363667" y="1981999"/>
        <a:ext cx="1567128" cy="774090"/>
      </dsp:txXfrm>
    </dsp:sp>
    <dsp:sp modelId="{7DD0C5F1-D654-4EB6-955F-47560FE07D85}">
      <dsp:nvSpPr>
        <dsp:cNvPr id="0" name=""/>
        <dsp:cNvSpPr/>
      </dsp:nvSpPr>
      <dsp:spPr>
        <a:xfrm>
          <a:off x="7150193" y="1636398"/>
          <a:ext cx="1567128" cy="34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kern="1200" dirty="0" smtClean="0"/>
            <a:t>Actor</a:t>
          </a:r>
          <a:r>
            <a:rPr lang="zh-CN" altLang="en-US" sz="1200" kern="1200" dirty="0" smtClean="0"/>
            <a:t>模型</a:t>
          </a:r>
          <a:endParaRPr lang="zh-CN" altLang="en-US" sz="1200" kern="1200" dirty="0"/>
        </a:p>
      </dsp:txBody>
      <dsp:txXfrm>
        <a:off x="7150193" y="1636398"/>
        <a:ext cx="1567128" cy="345600"/>
      </dsp:txXfrm>
    </dsp:sp>
    <dsp:sp modelId="{F22D79BB-6601-479A-8DF8-804CBA63442B}">
      <dsp:nvSpPr>
        <dsp:cNvPr id="0" name=""/>
        <dsp:cNvSpPr/>
      </dsp:nvSpPr>
      <dsp:spPr>
        <a:xfrm>
          <a:off x="7150193" y="1981999"/>
          <a:ext cx="1567128" cy="77409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200" kern="1200" dirty="0" smtClean="0"/>
            <a:t>第三方框架</a:t>
          </a:r>
          <a:r>
            <a:rPr lang="en-US" altLang="zh-CN" sz="1200" kern="1200" dirty="0" err="1" smtClean="0"/>
            <a:t>Akka</a:t>
          </a:r>
          <a:endParaRPr lang="zh-CN" altLang="en-US" sz="1200" kern="1200" dirty="0"/>
        </a:p>
      </dsp:txBody>
      <dsp:txXfrm>
        <a:off x="7150193" y="1981999"/>
        <a:ext cx="1567128" cy="7740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2D7E8E-AD02-42D8-A212-2A913828E4C9}">
      <dsp:nvSpPr>
        <dsp:cNvPr id="0" name=""/>
        <dsp:cNvSpPr/>
      </dsp:nvSpPr>
      <dsp:spPr>
        <a:xfrm>
          <a:off x="-6012854" y="-920060"/>
          <a:ext cx="7157913" cy="7157913"/>
        </a:xfrm>
        <a:prstGeom prst="blockArc">
          <a:avLst>
            <a:gd name="adj1" fmla="val 18900000"/>
            <a:gd name="adj2" fmla="val 2700000"/>
            <a:gd name="adj3" fmla="val 302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830BFD-4879-482E-BEA6-B13ED20B9BF5}">
      <dsp:nvSpPr>
        <dsp:cNvPr id="0" name=""/>
        <dsp:cNvSpPr/>
      </dsp:nvSpPr>
      <dsp:spPr>
        <a:xfrm>
          <a:off x="599307" y="408831"/>
          <a:ext cx="6454495" cy="818089"/>
        </a:xfrm>
        <a:prstGeom prst="rect">
          <a:avLst/>
        </a:prstGeom>
        <a:solidFill>
          <a:schemeClr val="accent5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9358" tIns="40640" rIns="40640" bIns="4064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 smtClean="0">
              <a:solidFill>
                <a:schemeClr val="tx1"/>
              </a:solidFill>
            </a:rPr>
            <a:t>synchronized</a:t>
          </a:r>
          <a:endParaRPr lang="zh-CN" altLang="en-US" sz="1600" kern="1200" dirty="0">
            <a:solidFill>
              <a:schemeClr val="tx1"/>
            </a:solidFill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200" kern="1200" dirty="0" smtClean="0">
              <a:solidFill>
                <a:schemeClr val="tx1"/>
              </a:solidFill>
            </a:rPr>
            <a:t>Synchronized</a:t>
          </a:r>
          <a:r>
            <a:rPr lang="zh-CN" altLang="en-US" sz="1200" kern="1200" dirty="0" smtClean="0">
              <a:solidFill>
                <a:schemeClr val="tx1"/>
              </a:solidFill>
            </a:rPr>
            <a:t>方法</a:t>
          </a:r>
          <a:endParaRPr lang="zh-CN" altLang="en-US" sz="1200" kern="1200" dirty="0">
            <a:solidFill>
              <a:schemeClr val="tx1"/>
            </a:solidFill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200" kern="1200" dirty="0" smtClean="0">
              <a:solidFill>
                <a:schemeClr val="tx1"/>
              </a:solidFill>
            </a:rPr>
            <a:t>Synchronized</a:t>
          </a:r>
          <a:r>
            <a:rPr lang="zh-CN" altLang="en-US" sz="1200" kern="1200" dirty="0" smtClean="0">
              <a:solidFill>
                <a:schemeClr val="tx1"/>
              </a:solidFill>
            </a:rPr>
            <a:t>代码块</a:t>
          </a:r>
          <a:endParaRPr lang="zh-CN" altLang="en-US" sz="1200" kern="1200" dirty="0">
            <a:solidFill>
              <a:schemeClr val="tx1"/>
            </a:solidFill>
          </a:endParaRPr>
        </a:p>
      </dsp:txBody>
      <dsp:txXfrm>
        <a:off x="599307" y="408831"/>
        <a:ext cx="6454495" cy="818089"/>
      </dsp:txXfrm>
    </dsp:sp>
    <dsp:sp modelId="{E302789D-A1F0-48FA-871F-6C4B39565696}">
      <dsp:nvSpPr>
        <dsp:cNvPr id="0" name=""/>
        <dsp:cNvSpPr/>
      </dsp:nvSpPr>
      <dsp:spPr>
        <a:xfrm>
          <a:off x="88001" y="306570"/>
          <a:ext cx="1022611" cy="102261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6B4A01-3D1C-4C93-93EC-B620698B57EF}">
      <dsp:nvSpPr>
        <dsp:cNvPr id="0" name=""/>
        <dsp:cNvSpPr/>
      </dsp:nvSpPr>
      <dsp:spPr>
        <a:xfrm>
          <a:off x="1068336" y="1636178"/>
          <a:ext cx="5985466" cy="818089"/>
        </a:xfrm>
        <a:prstGeom prst="rect">
          <a:avLst/>
        </a:prstGeom>
        <a:solidFill>
          <a:schemeClr val="accent5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9358" tIns="40640" rIns="40640" bIns="4064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 smtClean="0">
              <a:solidFill>
                <a:schemeClr val="tx1"/>
              </a:solidFill>
            </a:rPr>
            <a:t>Lock</a:t>
          </a:r>
          <a:r>
            <a:rPr lang="zh-CN" altLang="en-US" sz="1600" kern="1200" dirty="0" smtClean="0">
              <a:solidFill>
                <a:schemeClr val="tx1"/>
              </a:solidFill>
            </a:rPr>
            <a:t>框架</a:t>
          </a:r>
          <a:endParaRPr lang="zh-CN" altLang="en-US" sz="1600" kern="1200" dirty="0">
            <a:solidFill>
              <a:schemeClr val="tx1"/>
            </a:solidFill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200" kern="1200" dirty="0" err="1" smtClean="0">
              <a:solidFill>
                <a:schemeClr val="tx1"/>
              </a:solidFill>
            </a:rPr>
            <a:t>ReentrantLock</a:t>
          </a:r>
          <a:endParaRPr lang="zh-CN" altLang="en-US" sz="1200" kern="1200" dirty="0">
            <a:solidFill>
              <a:schemeClr val="tx1"/>
            </a:solidFill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200" kern="1200" dirty="0" err="1" smtClean="0">
              <a:solidFill>
                <a:schemeClr val="tx1"/>
              </a:solidFill>
            </a:rPr>
            <a:t>ReadWriteLock</a:t>
          </a:r>
          <a:endParaRPr lang="zh-CN" altLang="en-US" sz="1200" kern="1200" dirty="0">
            <a:solidFill>
              <a:schemeClr val="tx1"/>
            </a:solidFill>
          </a:endParaRPr>
        </a:p>
      </dsp:txBody>
      <dsp:txXfrm>
        <a:off x="1068336" y="1636178"/>
        <a:ext cx="5985466" cy="818089"/>
      </dsp:txXfrm>
    </dsp:sp>
    <dsp:sp modelId="{BF15189A-3192-4C2F-983E-C7F4BD16BF08}">
      <dsp:nvSpPr>
        <dsp:cNvPr id="0" name=""/>
        <dsp:cNvSpPr/>
      </dsp:nvSpPr>
      <dsp:spPr>
        <a:xfrm>
          <a:off x="557030" y="1533917"/>
          <a:ext cx="1022611" cy="102261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64EBAA-47DB-43F6-BAC1-F8B3EE839905}">
      <dsp:nvSpPr>
        <dsp:cNvPr id="0" name=""/>
        <dsp:cNvSpPr/>
      </dsp:nvSpPr>
      <dsp:spPr>
        <a:xfrm>
          <a:off x="1068336" y="2863525"/>
          <a:ext cx="5985466" cy="818089"/>
        </a:xfrm>
        <a:prstGeom prst="rect">
          <a:avLst/>
        </a:prstGeom>
        <a:solidFill>
          <a:schemeClr val="accent5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9358" tIns="40640" rIns="40640" bIns="4064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>
              <a:solidFill>
                <a:schemeClr val="tx1"/>
              </a:solidFill>
            </a:rPr>
            <a:t>原子操作类</a:t>
          </a:r>
          <a:endParaRPr lang="zh-CN" altLang="en-US" sz="1600" kern="1200" dirty="0">
            <a:solidFill>
              <a:schemeClr val="tx1"/>
            </a:solidFill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1200" kern="1200" dirty="0" err="1" smtClean="0">
              <a:solidFill>
                <a:schemeClr val="tx1"/>
              </a:solidFill>
            </a:rPr>
            <a:t>AtomicInteger</a:t>
          </a:r>
          <a:endParaRPr lang="zh-CN" altLang="en-US" sz="1200" kern="1200" dirty="0">
            <a:solidFill>
              <a:schemeClr val="tx1"/>
            </a:solidFill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1200" kern="1200" dirty="0" err="1" smtClean="0">
              <a:solidFill>
                <a:schemeClr val="tx1"/>
              </a:solidFill>
            </a:rPr>
            <a:t>AtomicIntegerArray</a:t>
          </a:r>
          <a:endParaRPr lang="zh-CN" altLang="en-US" sz="1200" kern="1200" dirty="0">
            <a:solidFill>
              <a:schemeClr val="tx1"/>
            </a:solidFill>
          </a:endParaRPr>
        </a:p>
      </dsp:txBody>
      <dsp:txXfrm>
        <a:off x="1068336" y="2863525"/>
        <a:ext cx="5985466" cy="818089"/>
      </dsp:txXfrm>
    </dsp:sp>
    <dsp:sp modelId="{6FA7D745-FC0F-4F7A-91B2-C72432F191CB}">
      <dsp:nvSpPr>
        <dsp:cNvPr id="0" name=""/>
        <dsp:cNvSpPr/>
      </dsp:nvSpPr>
      <dsp:spPr>
        <a:xfrm>
          <a:off x="557030" y="2761264"/>
          <a:ext cx="1022611" cy="102261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191FEE-0774-4307-9738-D06CDB6AC338}">
      <dsp:nvSpPr>
        <dsp:cNvPr id="0" name=""/>
        <dsp:cNvSpPr/>
      </dsp:nvSpPr>
      <dsp:spPr>
        <a:xfrm>
          <a:off x="599307" y="4090871"/>
          <a:ext cx="6454495" cy="818089"/>
        </a:xfrm>
        <a:prstGeom prst="rect">
          <a:avLst/>
        </a:prstGeom>
        <a:solidFill>
          <a:schemeClr val="accent5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9358" tIns="40640" rIns="40640" bIns="4064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 smtClean="0">
              <a:solidFill>
                <a:schemeClr val="tx1"/>
              </a:solidFill>
            </a:rPr>
            <a:t>Volatile</a:t>
          </a:r>
          <a:endParaRPr lang="zh-CN" altLang="en-US" sz="1600" kern="1200" dirty="0">
            <a:solidFill>
              <a:schemeClr val="tx1"/>
            </a:solidFill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200" kern="1200" dirty="0" smtClean="0">
              <a:solidFill>
                <a:schemeClr val="tx1"/>
              </a:solidFill>
            </a:rPr>
            <a:t>保证变量可见性，不保证原子性</a:t>
          </a:r>
          <a:endParaRPr lang="zh-CN" altLang="en-US" sz="1200" kern="1200" dirty="0">
            <a:solidFill>
              <a:schemeClr val="tx1"/>
            </a:solidFill>
          </a:endParaRPr>
        </a:p>
      </dsp:txBody>
      <dsp:txXfrm>
        <a:off x="599307" y="4090871"/>
        <a:ext cx="6454495" cy="818089"/>
      </dsp:txXfrm>
    </dsp:sp>
    <dsp:sp modelId="{F192E8F0-08CD-4A65-B7EB-693A13B19F19}">
      <dsp:nvSpPr>
        <dsp:cNvPr id="0" name=""/>
        <dsp:cNvSpPr/>
      </dsp:nvSpPr>
      <dsp:spPr>
        <a:xfrm>
          <a:off x="88001" y="3988610"/>
          <a:ext cx="1022611" cy="102261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278214-8D72-4D93-85FD-C44A92847BA5}">
      <dsp:nvSpPr>
        <dsp:cNvPr id="0" name=""/>
        <dsp:cNvSpPr/>
      </dsp:nvSpPr>
      <dsp:spPr>
        <a:xfrm>
          <a:off x="837" y="474672"/>
          <a:ext cx="1019944" cy="40797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5000"/>
                <a:shade val="95000"/>
                <a:satMod val="175000"/>
              </a:schemeClr>
            </a:gs>
            <a:gs pos="12000">
              <a:schemeClr val="accent1">
                <a:hueOff val="0"/>
                <a:satOff val="0"/>
                <a:lumOff val="0"/>
                <a:alphaOff val="0"/>
                <a:tint val="90000"/>
                <a:shade val="90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75000"/>
                <a:satMod val="1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>
            <a:rot lat="0" lon="0" rev="0"/>
          </a:camera>
          <a:lightRig rig="freezing" dir="t">
            <a:rot lat="0" lon="0" rev="6000000"/>
          </a:lightRig>
        </a:scene3d>
        <a:sp3d contourW="12700" prstMaterial="dkEdge">
          <a:bevelT w="44450" h="25400"/>
          <a:contourClr>
            <a:schemeClr val="accent1">
              <a:hueOff val="0"/>
              <a:satOff val="0"/>
              <a:lumOff val="0"/>
              <a:alphaOff val="0"/>
              <a:shade val="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500" kern="1200" dirty="0" smtClean="0"/>
            <a:t>A</a:t>
          </a:r>
          <a:r>
            <a:rPr lang="zh-CN" altLang="en-US" sz="1500" kern="1200" dirty="0" smtClean="0"/>
            <a:t>线程</a:t>
          </a:r>
          <a:endParaRPr lang="zh-CN" altLang="en-US" sz="1500" kern="1200" dirty="0"/>
        </a:p>
      </dsp:txBody>
      <dsp:txXfrm>
        <a:off x="204826" y="474672"/>
        <a:ext cx="611967" cy="407977"/>
      </dsp:txXfrm>
    </dsp:sp>
    <dsp:sp modelId="{48528078-5127-4AE8-8D2D-D499E1048B2E}">
      <dsp:nvSpPr>
        <dsp:cNvPr id="0" name=""/>
        <dsp:cNvSpPr/>
      </dsp:nvSpPr>
      <dsp:spPr>
        <a:xfrm>
          <a:off x="918787" y="474672"/>
          <a:ext cx="1019944" cy="40797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5000"/>
                <a:shade val="95000"/>
                <a:satMod val="175000"/>
              </a:schemeClr>
            </a:gs>
            <a:gs pos="12000">
              <a:schemeClr val="accent1">
                <a:hueOff val="0"/>
                <a:satOff val="0"/>
                <a:lumOff val="0"/>
                <a:alphaOff val="0"/>
                <a:tint val="90000"/>
                <a:shade val="90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75000"/>
                <a:satMod val="1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>
            <a:rot lat="0" lon="0" rev="0"/>
          </a:camera>
          <a:lightRig rig="freezing" dir="t">
            <a:rot lat="0" lon="0" rev="6000000"/>
          </a:lightRig>
        </a:scene3d>
        <a:sp3d contourW="12700" prstMaterial="dkEdge">
          <a:bevelT w="44450" h="25400"/>
          <a:contourClr>
            <a:schemeClr val="accent1">
              <a:hueOff val="0"/>
              <a:satOff val="0"/>
              <a:lumOff val="0"/>
              <a:alphaOff val="0"/>
              <a:shade val="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500" kern="1200" dirty="0" smtClean="0"/>
            <a:t>B</a:t>
          </a:r>
          <a:r>
            <a:rPr lang="zh-CN" altLang="en-US" sz="1500" kern="1200" dirty="0" smtClean="0"/>
            <a:t>线程</a:t>
          </a:r>
          <a:endParaRPr lang="zh-CN" altLang="en-US" sz="1500" kern="1200" dirty="0"/>
        </a:p>
      </dsp:txBody>
      <dsp:txXfrm>
        <a:off x="1122776" y="474672"/>
        <a:ext cx="611967" cy="407977"/>
      </dsp:txXfrm>
    </dsp:sp>
    <dsp:sp modelId="{2AC84ADF-4183-43EA-B662-E4B179475743}">
      <dsp:nvSpPr>
        <dsp:cNvPr id="0" name=""/>
        <dsp:cNvSpPr/>
      </dsp:nvSpPr>
      <dsp:spPr>
        <a:xfrm>
          <a:off x="1836737" y="474672"/>
          <a:ext cx="1019944" cy="40797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5000"/>
                <a:shade val="95000"/>
                <a:satMod val="175000"/>
              </a:schemeClr>
            </a:gs>
            <a:gs pos="12000">
              <a:schemeClr val="accent1">
                <a:hueOff val="0"/>
                <a:satOff val="0"/>
                <a:lumOff val="0"/>
                <a:alphaOff val="0"/>
                <a:tint val="90000"/>
                <a:shade val="90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75000"/>
                <a:satMod val="1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>
            <a:rot lat="0" lon="0" rev="0"/>
          </a:camera>
          <a:lightRig rig="freezing" dir="t">
            <a:rot lat="0" lon="0" rev="6000000"/>
          </a:lightRig>
        </a:scene3d>
        <a:sp3d contourW="12700" prstMaterial="dkEdge">
          <a:bevelT w="44450" h="25400"/>
          <a:contourClr>
            <a:schemeClr val="accent1">
              <a:hueOff val="0"/>
              <a:satOff val="0"/>
              <a:lumOff val="0"/>
              <a:alphaOff val="0"/>
              <a:shade val="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500" kern="1200" dirty="0" smtClean="0"/>
            <a:t>C</a:t>
          </a:r>
          <a:r>
            <a:rPr lang="zh-CN" altLang="en-US" sz="1500" kern="1200" dirty="0" smtClean="0"/>
            <a:t>线程</a:t>
          </a:r>
          <a:endParaRPr lang="zh-CN" altLang="en-US" sz="1500" kern="1200" dirty="0"/>
        </a:p>
      </dsp:txBody>
      <dsp:txXfrm>
        <a:off x="2040726" y="474672"/>
        <a:ext cx="611967" cy="40797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C324F9-D68C-40AD-B377-AE182FB0F2E1}">
      <dsp:nvSpPr>
        <dsp:cNvPr id="0" name=""/>
        <dsp:cNvSpPr/>
      </dsp:nvSpPr>
      <dsp:spPr>
        <a:xfrm rot="16200000">
          <a:off x="664768" y="-664768"/>
          <a:ext cx="2230446" cy="3559983"/>
        </a:xfrm>
        <a:prstGeom prst="round1Rect">
          <a:avLst/>
        </a:prstGeom>
        <a:gradFill rotWithShape="1">
          <a:gsLst>
            <a:gs pos="0">
              <a:schemeClr val="accent6">
                <a:tint val="50000"/>
                <a:shade val="95000"/>
                <a:satMod val="300000"/>
              </a:schemeClr>
            </a:gs>
            <a:gs pos="12000">
              <a:schemeClr val="accent6">
                <a:tint val="50000"/>
                <a:shade val="90000"/>
                <a:satMod val="250000"/>
              </a:schemeClr>
            </a:gs>
            <a:gs pos="100000">
              <a:schemeClr val="accent6">
                <a:tint val="85000"/>
                <a:shade val="75000"/>
                <a:satMod val="150000"/>
              </a:schemeClr>
            </a:gs>
          </a:gsLst>
          <a:lin ang="16200000" scaled="1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rPr>
            <a:t>newFixedThreadPool</a:t>
          </a:r>
          <a:endParaRPr lang="zh-CN" altLang="en-US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软雅黑" pitchFamily="34" charset="-122"/>
            <a:ea typeface="微软雅黑" pitchFamily="34" charset="-122"/>
          </a:endParaRPr>
        </a:p>
      </dsp:txBody>
      <dsp:txXfrm rot="5400000">
        <a:off x="0" y="0"/>
        <a:ext cx="3559983" cy="1672834"/>
      </dsp:txXfrm>
    </dsp:sp>
    <dsp:sp modelId="{22BA1BEF-267A-415A-8A09-28708DCFE84B}">
      <dsp:nvSpPr>
        <dsp:cNvPr id="0" name=""/>
        <dsp:cNvSpPr/>
      </dsp:nvSpPr>
      <dsp:spPr>
        <a:xfrm>
          <a:off x="3559983" y="0"/>
          <a:ext cx="3559983" cy="2230446"/>
        </a:xfrm>
        <a:prstGeom prst="round1Rect">
          <a:avLst/>
        </a:prstGeom>
        <a:gradFill rotWithShape="1">
          <a:gsLst>
            <a:gs pos="0">
              <a:schemeClr val="dk1">
                <a:tint val="50000"/>
                <a:shade val="95000"/>
                <a:satMod val="300000"/>
              </a:schemeClr>
            </a:gs>
            <a:gs pos="12000">
              <a:schemeClr val="dk1">
                <a:tint val="50000"/>
                <a:shade val="90000"/>
                <a:satMod val="250000"/>
              </a:schemeClr>
            </a:gs>
            <a:gs pos="100000">
              <a:schemeClr val="dk1">
                <a:tint val="85000"/>
                <a:shade val="75000"/>
                <a:satMod val="1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rPr>
            <a:t>newSingleThreadExecutor</a:t>
          </a:r>
          <a:endParaRPr lang="zh-CN" altLang="en-US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软雅黑" pitchFamily="34" charset="-122"/>
            <a:ea typeface="微软雅黑" pitchFamily="34" charset="-122"/>
          </a:endParaRPr>
        </a:p>
      </dsp:txBody>
      <dsp:txXfrm>
        <a:off x="3559983" y="0"/>
        <a:ext cx="3559983" cy="1672834"/>
      </dsp:txXfrm>
    </dsp:sp>
    <dsp:sp modelId="{14197C39-39B0-44C7-AED4-9CAEA08BC758}">
      <dsp:nvSpPr>
        <dsp:cNvPr id="0" name=""/>
        <dsp:cNvSpPr/>
      </dsp:nvSpPr>
      <dsp:spPr>
        <a:xfrm rot="10800000">
          <a:off x="0" y="2230446"/>
          <a:ext cx="3559983" cy="2230446"/>
        </a:xfrm>
        <a:prstGeom prst="round1Rect">
          <a:avLst/>
        </a:prstGeom>
        <a:gradFill rotWithShape="1">
          <a:gsLst>
            <a:gs pos="0">
              <a:schemeClr val="dk1">
                <a:tint val="50000"/>
                <a:shade val="95000"/>
                <a:satMod val="300000"/>
              </a:schemeClr>
            </a:gs>
            <a:gs pos="12000">
              <a:schemeClr val="dk1">
                <a:tint val="50000"/>
                <a:shade val="90000"/>
                <a:satMod val="250000"/>
              </a:schemeClr>
            </a:gs>
            <a:gs pos="100000">
              <a:schemeClr val="dk1">
                <a:tint val="85000"/>
                <a:shade val="75000"/>
                <a:satMod val="1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rPr>
            <a:t>newCachedThreadPool</a:t>
          </a:r>
          <a:endParaRPr lang="zh-CN" altLang="en-US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软雅黑" pitchFamily="34" charset="-122"/>
            <a:ea typeface="微软雅黑" pitchFamily="34" charset="-122"/>
          </a:endParaRPr>
        </a:p>
      </dsp:txBody>
      <dsp:txXfrm rot="10800000">
        <a:off x="0" y="2788057"/>
        <a:ext cx="3559983" cy="1672834"/>
      </dsp:txXfrm>
    </dsp:sp>
    <dsp:sp modelId="{56A74540-7ADF-4DD6-81F6-8AFA5FC8CECF}">
      <dsp:nvSpPr>
        <dsp:cNvPr id="0" name=""/>
        <dsp:cNvSpPr/>
      </dsp:nvSpPr>
      <dsp:spPr>
        <a:xfrm rot="5400000">
          <a:off x="4224751" y="1565677"/>
          <a:ext cx="2230446" cy="3559983"/>
        </a:xfrm>
        <a:prstGeom prst="round1Rect">
          <a:avLst/>
        </a:prstGeom>
        <a:gradFill rotWithShape="1">
          <a:gsLst>
            <a:gs pos="0">
              <a:schemeClr val="accent6">
                <a:tint val="50000"/>
                <a:shade val="95000"/>
                <a:satMod val="300000"/>
              </a:schemeClr>
            </a:gs>
            <a:gs pos="12000">
              <a:schemeClr val="accent6">
                <a:tint val="50000"/>
                <a:shade val="90000"/>
                <a:satMod val="250000"/>
              </a:schemeClr>
            </a:gs>
            <a:gs pos="100000">
              <a:schemeClr val="accent6">
                <a:tint val="85000"/>
                <a:shade val="75000"/>
                <a:satMod val="150000"/>
              </a:schemeClr>
            </a:gs>
          </a:gsLst>
          <a:lin ang="16200000" scaled="1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rPr>
            <a:t>newSingleThreadScheduledExecutor</a:t>
          </a:r>
          <a:endParaRPr lang="zh-CN" altLang="en-US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软雅黑" pitchFamily="34" charset="-122"/>
            <a:ea typeface="微软雅黑" pitchFamily="34" charset="-122"/>
          </a:endParaRPr>
        </a:p>
      </dsp:txBody>
      <dsp:txXfrm rot="-5400000">
        <a:off x="3559983" y="2788057"/>
        <a:ext cx="3559983" cy="1672834"/>
      </dsp:txXfrm>
    </dsp:sp>
    <dsp:sp modelId="{C859D0BA-3DA0-4976-8BB3-198FC61573BC}">
      <dsp:nvSpPr>
        <dsp:cNvPr id="0" name=""/>
        <dsp:cNvSpPr/>
      </dsp:nvSpPr>
      <dsp:spPr>
        <a:xfrm>
          <a:off x="2491988" y="1672834"/>
          <a:ext cx="2135989" cy="1115223"/>
        </a:xfrm>
        <a:prstGeom prst="roundRect">
          <a:avLst/>
        </a:prstGeom>
        <a:gradFill rotWithShape="1">
          <a:gsLst>
            <a:gs pos="0">
              <a:schemeClr val="accent1">
                <a:tint val="75000"/>
                <a:shade val="95000"/>
                <a:satMod val="175000"/>
              </a:schemeClr>
            </a:gs>
            <a:gs pos="12000">
              <a:schemeClr val="accent1">
                <a:tint val="90000"/>
                <a:shade val="90000"/>
                <a:satMod val="150000"/>
              </a:schemeClr>
            </a:gs>
            <a:gs pos="100000">
              <a:schemeClr val="accent1">
                <a:tint val="100000"/>
                <a:shade val="75000"/>
                <a:satMod val="1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>
            <a:rot lat="0" lon="0" rev="0"/>
          </a:camera>
          <a:lightRig rig="freezing" dir="t">
            <a:rot lat="0" lon="0" rev="6000000"/>
          </a:lightRig>
        </a:scene3d>
        <a:sp3d contourW="12700" prstMaterial="dkEdge">
          <a:bevelT w="44450" h="25400"/>
          <a:contourClr>
            <a:schemeClr val="accent1">
              <a:shade val="30000"/>
            </a:schemeClr>
          </a:contourClr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en-US" altLang="zh-CN" sz="1600" b="1" kern="1200" dirty="0" err="1" smtClean="0">
              <a:solidFill>
                <a:schemeClr val="bg1"/>
              </a:solidFill>
              <a:latin typeface="Verdana" pitchFamily="34" charset="0"/>
              <a:ea typeface="黑体" pitchFamily="2" charset="-122"/>
            </a:rPr>
            <a:t>ExecutorService</a:t>
          </a:r>
          <a:endParaRPr lang="zh-CN" altLang="en-US" sz="1600" kern="1200" dirty="0">
            <a:solidFill>
              <a:schemeClr val="bg1"/>
            </a:solidFill>
          </a:endParaRPr>
        </a:p>
      </dsp:txBody>
      <dsp:txXfrm>
        <a:off x="2546429" y="1727275"/>
        <a:ext cx="2027107" cy="100634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306DEF-299D-4C40-81DD-612AEA7C4F93}">
      <dsp:nvSpPr>
        <dsp:cNvPr id="0" name=""/>
        <dsp:cNvSpPr/>
      </dsp:nvSpPr>
      <dsp:spPr>
        <a:xfrm>
          <a:off x="0" y="59776"/>
          <a:ext cx="6864424" cy="568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dirty="0" err="1" smtClean="0"/>
            <a:t>AbortPolicy</a:t>
          </a:r>
          <a:endParaRPr lang="zh-CN" altLang="en-US" sz="2100" kern="1200" dirty="0"/>
        </a:p>
      </dsp:txBody>
      <dsp:txXfrm>
        <a:off x="27774" y="87550"/>
        <a:ext cx="6808876" cy="513401"/>
      </dsp:txXfrm>
    </dsp:sp>
    <dsp:sp modelId="{F9813A66-738D-4508-A770-9613D6B08421}">
      <dsp:nvSpPr>
        <dsp:cNvPr id="0" name=""/>
        <dsp:cNvSpPr/>
      </dsp:nvSpPr>
      <dsp:spPr>
        <a:xfrm>
          <a:off x="0" y="628725"/>
          <a:ext cx="6864424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794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zh-CN" sz="1600" kern="1200" dirty="0" smtClean="0"/>
            <a:t>Java</a:t>
          </a:r>
          <a:r>
            <a:rPr lang="zh-CN" altLang="en-US" sz="1600" kern="1200" dirty="0" smtClean="0"/>
            <a:t>线程池默认的阻塞策略，不执行此任务，而且抛出一个运行时异常</a:t>
          </a:r>
          <a:endParaRPr lang="zh-CN" altLang="en-US" sz="1600" kern="1200" dirty="0"/>
        </a:p>
      </dsp:txBody>
      <dsp:txXfrm>
        <a:off x="0" y="628725"/>
        <a:ext cx="6864424" cy="347760"/>
      </dsp:txXfrm>
    </dsp:sp>
    <dsp:sp modelId="{482EE38A-99F0-415D-BBDB-4B94B1AE82E3}">
      <dsp:nvSpPr>
        <dsp:cNvPr id="0" name=""/>
        <dsp:cNvSpPr/>
      </dsp:nvSpPr>
      <dsp:spPr>
        <a:xfrm>
          <a:off x="0" y="976485"/>
          <a:ext cx="6864424" cy="568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dirty="0" err="1" smtClean="0"/>
            <a:t>DiscardPolicy</a:t>
          </a:r>
          <a:endParaRPr lang="zh-CN" altLang="en-US" sz="2100" kern="1200" dirty="0"/>
        </a:p>
      </dsp:txBody>
      <dsp:txXfrm>
        <a:off x="27774" y="1004259"/>
        <a:ext cx="6808876" cy="513401"/>
      </dsp:txXfrm>
    </dsp:sp>
    <dsp:sp modelId="{63808179-F610-4EFC-A2B9-691F6610767F}">
      <dsp:nvSpPr>
        <dsp:cNvPr id="0" name=""/>
        <dsp:cNvSpPr/>
      </dsp:nvSpPr>
      <dsp:spPr>
        <a:xfrm>
          <a:off x="0" y="1545434"/>
          <a:ext cx="6864424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794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zh-CN" altLang="en-US" sz="1600" kern="1200" dirty="0" smtClean="0"/>
            <a:t>直接抛弃任务，不做任何操作，空方法</a:t>
          </a:r>
          <a:endParaRPr lang="zh-CN" altLang="en-US" sz="1600" kern="1200" dirty="0"/>
        </a:p>
      </dsp:txBody>
      <dsp:txXfrm>
        <a:off x="0" y="1545434"/>
        <a:ext cx="6864424" cy="347760"/>
      </dsp:txXfrm>
    </dsp:sp>
    <dsp:sp modelId="{F64D3561-1214-4209-AAA7-CCC88E7FB96D}">
      <dsp:nvSpPr>
        <dsp:cNvPr id="0" name=""/>
        <dsp:cNvSpPr/>
      </dsp:nvSpPr>
      <dsp:spPr>
        <a:xfrm>
          <a:off x="0" y="1893194"/>
          <a:ext cx="6864424" cy="568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dirty="0" err="1" smtClean="0"/>
            <a:t>DiscardOldestPolicy</a:t>
          </a:r>
          <a:endParaRPr lang="zh-CN" altLang="en-US" sz="2100" kern="1200" dirty="0"/>
        </a:p>
      </dsp:txBody>
      <dsp:txXfrm>
        <a:off x="27774" y="1920968"/>
        <a:ext cx="6808876" cy="513401"/>
      </dsp:txXfrm>
    </dsp:sp>
    <dsp:sp modelId="{1AF37B71-6F59-43CC-937B-A12D7568E4BE}">
      <dsp:nvSpPr>
        <dsp:cNvPr id="0" name=""/>
        <dsp:cNvSpPr/>
      </dsp:nvSpPr>
      <dsp:spPr>
        <a:xfrm>
          <a:off x="0" y="2462144"/>
          <a:ext cx="6864424" cy="369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794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zh-CN" altLang="en-US" sz="1600" b="0" i="0" kern="1200" dirty="0" smtClean="0"/>
            <a:t>从队列里面抛弃</a:t>
          </a:r>
          <a:r>
            <a:rPr lang="en-US" sz="1600" b="0" i="0" kern="1200" dirty="0" smtClean="0"/>
            <a:t>head</a:t>
          </a:r>
          <a:r>
            <a:rPr lang="zh-CN" altLang="en-US" sz="1600" b="0" i="0" kern="1200" dirty="0" smtClean="0"/>
            <a:t>的一个任务，并再次</a:t>
          </a:r>
          <a:r>
            <a:rPr lang="en-US" sz="1600" b="0" i="0" kern="1200" dirty="0" smtClean="0"/>
            <a:t>execute </a:t>
          </a:r>
          <a:r>
            <a:rPr lang="zh-CN" altLang="en-US" sz="1600" b="0" i="0" kern="1200" dirty="0" smtClean="0"/>
            <a:t>此</a:t>
          </a:r>
          <a:r>
            <a:rPr lang="en-US" sz="1600" b="0" i="0" kern="1200" dirty="0" smtClean="0"/>
            <a:t>task。</a:t>
          </a:r>
          <a:endParaRPr lang="zh-CN" altLang="en-US" sz="1600" kern="1200" dirty="0"/>
        </a:p>
      </dsp:txBody>
      <dsp:txXfrm>
        <a:off x="0" y="2462144"/>
        <a:ext cx="6864424" cy="369495"/>
      </dsp:txXfrm>
    </dsp:sp>
    <dsp:sp modelId="{9B8BA331-54EF-4EBF-99B7-63A5927EE886}">
      <dsp:nvSpPr>
        <dsp:cNvPr id="0" name=""/>
        <dsp:cNvSpPr/>
      </dsp:nvSpPr>
      <dsp:spPr>
        <a:xfrm>
          <a:off x="0" y="2831639"/>
          <a:ext cx="6864424" cy="568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dirty="0" smtClean="0"/>
            <a:t>CallerRunsPolicy</a:t>
          </a:r>
          <a:endParaRPr lang="zh-CN" altLang="en-US" sz="2100" kern="1200" dirty="0"/>
        </a:p>
      </dsp:txBody>
      <dsp:txXfrm>
        <a:off x="27774" y="2859413"/>
        <a:ext cx="6808876" cy="513401"/>
      </dsp:txXfrm>
    </dsp:sp>
    <dsp:sp modelId="{7EC33F41-AF63-4A8F-87B6-A697AE161876}">
      <dsp:nvSpPr>
        <dsp:cNvPr id="0" name=""/>
        <dsp:cNvSpPr/>
      </dsp:nvSpPr>
      <dsp:spPr>
        <a:xfrm>
          <a:off x="0" y="3400588"/>
          <a:ext cx="6864424" cy="369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794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zh-CN" altLang="en-US" sz="1600" b="0" i="0" kern="1200" dirty="0" smtClean="0"/>
            <a:t>在调用</a:t>
          </a:r>
          <a:r>
            <a:rPr lang="en-US" sz="1600" b="0" i="0" kern="1200" dirty="0" smtClean="0"/>
            <a:t>execute</a:t>
          </a:r>
          <a:r>
            <a:rPr lang="zh-CN" altLang="en-US" sz="1600" b="0" i="0" kern="1200" dirty="0" smtClean="0"/>
            <a:t>的线程里面执行此</a:t>
          </a:r>
          <a:r>
            <a:rPr lang="en-US" sz="1600" b="0" i="0" kern="1200" dirty="0" smtClean="0"/>
            <a:t>command，</a:t>
          </a:r>
          <a:r>
            <a:rPr lang="zh-CN" altLang="en-US" sz="1600" b="0" i="0" kern="1200" dirty="0" smtClean="0"/>
            <a:t>会阻塞入口</a:t>
          </a:r>
          <a:endParaRPr lang="zh-CN" altLang="en-US" sz="1600" kern="1200" dirty="0"/>
        </a:p>
      </dsp:txBody>
      <dsp:txXfrm>
        <a:off x="0" y="3400588"/>
        <a:ext cx="6864424" cy="369495"/>
      </dsp:txXfrm>
    </dsp:sp>
    <dsp:sp modelId="{A4E5D331-6142-4BB8-98FF-F05312C8B4C0}">
      <dsp:nvSpPr>
        <dsp:cNvPr id="0" name=""/>
        <dsp:cNvSpPr/>
      </dsp:nvSpPr>
      <dsp:spPr>
        <a:xfrm>
          <a:off x="0" y="3770083"/>
          <a:ext cx="6864424" cy="568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100" kern="1200" dirty="0" smtClean="0"/>
            <a:t>用户自定义策略</a:t>
          </a:r>
          <a:endParaRPr lang="zh-CN" altLang="en-US" sz="2100" kern="1200" dirty="0"/>
        </a:p>
      </dsp:txBody>
      <dsp:txXfrm>
        <a:off x="27774" y="3797857"/>
        <a:ext cx="6808876" cy="513401"/>
      </dsp:txXfrm>
    </dsp:sp>
    <dsp:sp modelId="{7F453731-A91D-46BB-9FD9-0608BAADF9EA}">
      <dsp:nvSpPr>
        <dsp:cNvPr id="0" name=""/>
        <dsp:cNvSpPr/>
      </dsp:nvSpPr>
      <dsp:spPr>
        <a:xfrm>
          <a:off x="0" y="4339032"/>
          <a:ext cx="6864424" cy="369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794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zh-CN" altLang="en-US" sz="1600" b="0" i="0" kern="1200" dirty="0" smtClean="0"/>
            <a:t>实现</a:t>
          </a:r>
          <a:r>
            <a:rPr lang="en-US" sz="1600" b="0" i="0" kern="1200" dirty="0" err="1" smtClean="0"/>
            <a:t>RejectedExecutionHandler</a:t>
          </a:r>
          <a:r>
            <a:rPr lang="en-US" sz="1600" b="0" i="0" kern="1200" dirty="0" smtClean="0"/>
            <a:t>，</a:t>
          </a:r>
          <a:r>
            <a:rPr lang="zh-CN" altLang="en-US" sz="1600" b="0" i="0" kern="1200" dirty="0" smtClean="0"/>
            <a:t>并自己定义策略模式</a:t>
          </a:r>
          <a:endParaRPr lang="zh-CN" altLang="en-US" sz="1600" kern="1200" dirty="0"/>
        </a:p>
      </dsp:txBody>
      <dsp:txXfrm>
        <a:off x="0" y="4339032"/>
        <a:ext cx="6864424" cy="3694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AB649-60A7-41FD-B0D6-4AAFD03EE23D}" type="datetimeFigureOut">
              <a:rPr lang="zh-CN" altLang="en-US" smtClean="0"/>
              <a:t>2017-12-8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21B43F-C7F6-46BC-A9EA-C9A7FD2A72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563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FE2E7D6E-E49E-406E-B199-C5167343EAAF}" type="slidenum">
              <a:rPr lang="en-US" altLang="zh-CN">
                <a:latin typeface="Calibri" pitchFamily="34" charset="0"/>
              </a:rPr>
              <a:pPr/>
              <a:t>1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411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3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97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4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752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5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729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6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266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7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9615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8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73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9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729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10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5779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11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6116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12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8770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13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2376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14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7177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15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4393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16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4035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17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5734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18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988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19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5166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20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3610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21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8222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22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8627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23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2790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24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2273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25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4442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26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5374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27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6606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28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4427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29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3285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30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5148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31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2650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32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0177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33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1193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34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2241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35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1613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36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2544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37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2994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38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04978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39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1449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40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2688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41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021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42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4826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43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91885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44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4376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45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67359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3E2D056-5B95-464E-AB70-C734212379B8}" type="slidenum">
              <a:rPr lang="en-US" altLang="zh-CN">
                <a:latin typeface="Calibri" pitchFamily="34" charset="0"/>
              </a:rPr>
              <a:pPr/>
              <a:t>46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630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0C20-E0EE-43AE-B555-D91090140823}" type="datetime1">
              <a:rPr lang="zh-CN" altLang="en-US" smtClean="0"/>
              <a:t>2017-12-8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943E6-3D94-4F5B-8A38-ACF32741AF8B}" type="datetime1">
              <a:rPr lang="zh-CN" altLang="en-US" smtClean="0"/>
              <a:t>2017-12-8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039F-3F83-4211-819F-5730A30C70F8}" type="datetime1">
              <a:rPr lang="zh-CN" altLang="en-US" smtClean="0"/>
              <a:t>2017-12-8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B1D93-F0B0-408A-9A8E-F08292AB612D}" type="datetime1">
              <a:rPr lang="zh-CN" altLang="en-US" smtClean="0"/>
              <a:t>2017-12-8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61845-1E77-4875-B559-E2AA2F0714DE}" type="datetime1">
              <a:rPr lang="zh-CN" altLang="en-US" smtClean="0"/>
              <a:t>2017-12-8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3ECC6-60E3-4A53-AE8E-1A2AF4D1E1B2}" type="datetime1">
              <a:rPr lang="zh-CN" altLang="en-US" smtClean="0"/>
              <a:t>2017-12-8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1418-0FB0-4B52-A18A-DDFA9E37CA44}" type="datetime1">
              <a:rPr lang="zh-CN" altLang="en-US" smtClean="0"/>
              <a:t>2017-12-8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FD7F8-4038-45A3-BA10-0FA617BA511C}" type="datetime1">
              <a:rPr lang="zh-CN" altLang="en-US" smtClean="0"/>
              <a:t>2017-12-8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3E0AA-2674-4DE8-8265-3BE6314B99D4}" type="datetime1">
              <a:rPr lang="zh-CN" altLang="en-US" smtClean="0"/>
              <a:t>2017-12-8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91399-228B-4C08-95D4-6EE956BB1C64}" type="datetime1">
              <a:rPr lang="zh-CN" altLang="en-US" smtClean="0"/>
              <a:t>2017-12-8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E9117-C298-4A81-AF86-C64DE3ABF9A1}" type="datetime1">
              <a:rPr lang="zh-CN" altLang="en-US" smtClean="0"/>
              <a:t>2017-12-8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660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245898" y="252000"/>
            <a:ext cx="8646102" cy="4572012"/>
          </a:xfrm>
          <a:solidFill>
            <a:schemeClr val="bg2">
              <a:lumMod val="90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0621" y="4944156"/>
            <a:ext cx="7772400" cy="985358"/>
          </a:xfrm>
        </p:spPr>
        <p:txBody>
          <a:bodyPr rtlCol="0" anchor="t">
            <a:normAutofit/>
          </a:bodyPr>
          <a:lstStyle>
            <a:lvl1pPr>
              <a:defRPr lang="en-US" sz="3200" b="1" i="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21" y="5929514"/>
            <a:ext cx="6400800" cy="411137"/>
          </a:xfrm>
        </p:spPr>
        <p:txBody>
          <a:bodyPr rtlCol="0">
            <a:noAutofit/>
          </a:bodyPr>
          <a:lstStyle>
            <a:lvl1pPr>
              <a:defRPr lang="en-US" sz="2800" b="0" i="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en-US" dirty="0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140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6F26B-B090-404D-A152-420EA2D0E9A2}" type="datetime1">
              <a:rPr lang="zh-CN" altLang="en-US" smtClean="0"/>
              <a:t>2017-12-8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13" Type="http://schemas.openxmlformats.org/officeDocument/2006/relationships/image" Target="../media/image73.png"/><Relationship Id="rId3" Type="http://schemas.openxmlformats.org/officeDocument/2006/relationships/image" Target="../media/image1.png"/><Relationship Id="rId7" Type="http://schemas.openxmlformats.org/officeDocument/2006/relationships/diagramColors" Target="../diagrams/colors6.xml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11" Type="http://schemas.openxmlformats.org/officeDocument/2006/relationships/image" Target="../media/image71.png"/><Relationship Id="rId5" Type="http://schemas.openxmlformats.org/officeDocument/2006/relationships/diagramLayout" Target="../diagrams/layout6.xml"/><Relationship Id="rId10" Type="http://schemas.openxmlformats.org/officeDocument/2006/relationships/image" Target="../media/image70.png"/><Relationship Id="rId4" Type="http://schemas.openxmlformats.org/officeDocument/2006/relationships/diagramData" Target="../diagrams/data6.xml"/><Relationship Id="rId9" Type="http://schemas.openxmlformats.org/officeDocument/2006/relationships/image" Target="../media/image6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Placeholder 21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tretch>
            <a:fillRect/>
          </a:stretch>
        </p:blipFill>
        <p:spPr>
          <a:xfrm>
            <a:off x="246063" y="252413"/>
            <a:ext cx="8645525" cy="4570412"/>
          </a:xfrm>
        </p:spPr>
      </p:pic>
      <p:sp>
        <p:nvSpPr>
          <p:cNvPr id="9219" name="Title 2"/>
          <p:cNvSpPr>
            <a:spLocks noGrp="1"/>
          </p:cNvSpPr>
          <p:nvPr>
            <p:ph type="ctrTitle"/>
          </p:nvPr>
        </p:nvSpPr>
        <p:spPr>
          <a:xfrm>
            <a:off x="390525" y="4972050"/>
            <a:ext cx="7772400" cy="646113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ea typeface="华文黑体"/>
                <a:cs typeface="华文黑体"/>
              </a:rPr>
              <a:t>并发编程</a:t>
            </a:r>
          </a:p>
        </p:txBody>
      </p:sp>
      <p:sp>
        <p:nvSpPr>
          <p:cNvPr id="9220" name="Subtitle 3"/>
          <p:cNvSpPr>
            <a:spLocks noGrp="1"/>
          </p:cNvSpPr>
          <p:nvPr>
            <p:ph type="subTitle" idx="1"/>
          </p:nvPr>
        </p:nvSpPr>
        <p:spPr>
          <a:xfrm>
            <a:off x="2490788" y="5537200"/>
            <a:ext cx="6400800" cy="565150"/>
          </a:xfrm>
        </p:spPr>
        <p:txBody>
          <a:bodyPr/>
          <a:lstStyle/>
          <a:p>
            <a:pPr marL="0" indent="0" eaLnBrk="1" hangingPunct="1">
              <a:buFont typeface="Arial" pitchFamily="34" charset="0"/>
              <a:buNone/>
            </a:pPr>
            <a:r>
              <a:rPr lang="zh-CN" altLang="en-US" sz="2000" b="1" i="1" dirty="0" smtClean="0">
                <a:ea typeface="华文黑体"/>
                <a:cs typeface="华文黑体"/>
              </a:rPr>
              <a:t>                                     </a:t>
            </a:r>
            <a:r>
              <a:rPr lang="zh-CN" altLang="en-US" sz="2000" b="1" i="1" dirty="0">
                <a:ea typeface="华文黑体"/>
                <a:cs typeface="华文黑体"/>
              </a:rPr>
              <a:t>代超</a:t>
            </a:r>
            <a:r>
              <a:rPr lang="en-US" altLang="zh-CN" sz="2000" b="1" i="1" dirty="0" smtClean="0">
                <a:ea typeface="华文黑体"/>
                <a:cs typeface="华文黑体"/>
              </a:rPr>
              <a:t>  </a:t>
            </a:r>
            <a:r>
              <a:rPr altLang="zh-CN" sz="2000" b="1" i="1" dirty="0" smtClean="0">
                <a:ea typeface="华文黑体"/>
                <a:cs typeface="华文黑体"/>
              </a:rPr>
              <a:t>2017-12-08</a:t>
            </a:r>
          </a:p>
        </p:txBody>
      </p:sp>
      <p:pic>
        <p:nvPicPr>
          <p:cNvPr id="9221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5323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>
          <a:xfrm>
            <a:off x="503238" y="409575"/>
            <a:ext cx="6443662" cy="1233488"/>
          </a:xfrm>
        </p:spPr>
        <p:txBody>
          <a:bodyPr/>
          <a:lstStyle/>
          <a:p>
            <a:pPr eaLnBrk="1" hangingPunct="1"/>
            <a:r>
              <a:rPr lang="zh-CN" altLang="en-US" smtClean="0"/>
              <a:t>目录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5265689"/>
              </p:ext>
            </p:extLst>
          </p:nvPr>
        </p:nvGraphicFramePr>
        <p:xfrm>
          <a:off x="503238" y="1708150"/>
          <a:ext cx="8143875" cy="4386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256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zh-CN" altLang="en-US" dirty="0" smtClean="0"/>
              <a:t>一个小问题</a:t>
            </a:r>
            <a:endParaRPr lang="zh-CN" altLang="en-US" dirty="0"/>
          </a:p>
        </p:txBody>
      </p:sp>
      <p:sp>
        <p:nvSpPr>
          <p:cNvPr id="11268" name="内容占位符 3"/>
          <p:cNvSpPr>
            <a:spLocks noGrp="1"/>
          </p:cNvSpPr>
          <p:nvPr>
            <p:ph idx="1"/>
          </p:nvPr>
        </p:nvSpPr>
        <p:spPr>
          <a:xfrm>
            <a:off x="503238" y="1065213"/>
            <a:ext cx="8143875" cy="5029200"/>
          </a:xfrm>
        </p:spPr>
        <p:txBody>
          <a:bodyPr/>
          <a:lstStyle/>
          <a:p>
            <a:pPr marL="0" indent="0" eaLnBrk="1" hangingPunct="1">
              <a:buFont typeface="Arial" pitchFamily="34" charset="0"/>
              <a:buNone/>
            </a:pPr>
            <a:r>
              <a:rPr lang="en-US" altLang="zh-CN" dirty="0" smtClean="0"/>
              <a:t>   </a:t>
            </a:r>
            <a:endParaRPr lang="zh-CN" altLang="en-US" dirty="0" smtClean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59632" y="1508884"/>
            <a:ext cx="698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在一个</a:t>
            </a:r>
            <a:r>
              <a:rPr lang="en-US" altLang="zh-CN" dirty="0" smtClean="0"/>
              <a:t>List</a:t>
            </a:r>
            <a:r>
              <a:rPr lang="zh-CN" altLang="en-US" dirty="0" smtClean="0"/>
              <a:t>中存放有上亿条</a:t>
            </a:r>
            <a:r>
              <a:rPr lang="en-US" altLang="zh-CN" dirty="0" smtClean="0"/>
              <a:t>Integer</a:t>
            </a:r>
            <a:r>
              <a:rPr lang="zh-CN" altLang="en-US" dirty="0" smtClean="0"/>
              <a:t>类型的值，如何快速的计算出这些值的总和？</a:t>
            </a:r>
            <a:endParaRPr lang="zh-CN" altLang="en-US" dirty="0"/>
          </a:p>
        </p:txBody>
      </p:sp>
      <p:sp>
        <p:nvSpPr>
          <p:cNvPr id="9" name="爆炸形 2 8"/>
          <p:cNvSpPr/>
          <p:nvPr/>
        </p:nvSpPr>
        <p:spPr>
          <a:xfrm>
            <a:off x="1045781" y="2550684"/>
            <a:ext cx="6276231" cy="3337917"/>
          </a:xfrm>
          <a:prstGeom prst="irregularSeal2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 smtClean="0"/>
              <a:t>For</a:t>
            </a:r>
            <a:r>
              <a:rPr lang="zh-CN" altLang="en-US" dirty="0" smtClean="0"/>
              <a:t>循环？！</a:t>
            </a:r>
            <a:endParaRPr lang="zh-CN" altLang="en-US" dirty="0"/>
          </a:p>
        </p:txBody>
      </p:sp>
      <p:sp>
        <p:nvSpPr>
          <p:cNvPr id="10" name="爆炸形 2 9"/>
          <p:cNvSpPr/>
          <p:nvPr/>
        </p:nvSpPr>
        <p:spPr>
          <a:xfrm>
            <a:off x="1507389" y="1988839"/>
            <a:ext cx="6202998" cy="4417705"/>
          </a:xfrm>
          <a:prstGeom prst="irregularSeal2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 smtClean="0"/>
              <a:t>多线程？！</a:t>
            </a:r>
            <a:endParaRPr lang="zh-CN" altLang="en-US" dirty="0"/>
          </a:p>
        </p:txBody>
      </p:sp>
      <p:sp>
        <p:nvSpPr>
          <p:cNvPr id="11" name="爆炸形 2 10"/>
          <p:cNvSpPr/>
          <p:nvPr/>
        </p:nvSpPr>
        <p:spPr>
          <a:xfrm>
            <a:off x="1897394" y="2168170"/>
            <a:ext cx="6202998" cy="4417705"/>
          </a:xfrm>
          <a:prstGeom prst="irregularSeal2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 smtClean="0"/>
              <a:t>Fork/Join</a:t>
            </a:r>
            <a:r>
              <a:rPr lang="zh-CN" altLang="en-US" dirty="0" smtClean="0"/>
              <a:t>？！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62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 animBg="1"/>
      <p:bldP spid="10" grpId="0" build="allAtOnce" animBg="1"/>
      <p:bldP spid="11" grpId="0" build="allAtOnce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512101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zh-CN" altLang="en-US" dirty="0" smtClean="0"/>
              <a:t>实现并发编程的方式</a:t>
            </a:r>
            <a:endParaRPr lang="zh-CN" altLang="en-US" dirty="0"/>
          </a:p>
        </p:txBody>
      </p:sp>
      <p:sp>
        <p:nvSpPr>
          <p:cNvPr id="11268" name="内容占位符 3"/>
          <p:cNvSpPr>
            <a:spLocks noGrp="1"/>
          </p:cNvSpPr>
          <p:nvPr>
            <p:ph idx="1"/>
          </p:nvPr>
        </p:nvSpPr>
        <p:spPr>
          <a:xfrm>
            <a:off x="503238" y="1065213"/>
            <a:ext cx="8143875" cy="5029200"/>
          </a:xfrm>
        </p:spPr>
        <p:txBody>
          <a:bodyPr/>
          <a:lstStyle/>
          <a:p>
            <a:pPr marL="0" indent="0" eaLnBrk="1" hangingPunct="1">
              <a:buFont typeface="Arial" pitchFamily="34" charset="0"/>
              <a:buNone/>
            </a:pPr>
            <a:r>
              <a:rPr lang="en-US" altLang="zh-CN" dirty="0" smtClean="0"/>
              <a:t>   </a:t>
            </a:r>
            <a:endParaRPr lang="zh-CN" altLang="en-US" dirty="0" smtClean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图示 5"/>
          <p:cNvGraphicFramePr/>
          <p:nvPr>
            <p:extLst>
              <p:ext uri="{D42A27DB-BD31-4B8C-83A1-F6EECF244321}">
                <p14:modId xmlns:p14="http://schemas.microsoft.com/office/powerpoint/2010/main" val="3658995672"/>
              </p:ext>
            </p:extLst>
          </p:nvPr>
        </p:nvGraphicFramePr>
        <p:xfrm>
          <a:off x="185863" y="2564904"/>
          <a:ext cx="8721410" cy="4392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92649" y="1556792"/>
            <a:ext cx="64087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三个概念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395536" y="2308723"/>
            <a:ext cx="821462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dirty="0" smtClean="0"/>
              <a:t>原子性：一个操作或者多个操作，要么全部执行且执行过程不被打断，要么全部不执行</a:t>
            </a:r>
            <a:endParaRPr lang="en-US" altLang="zh-CN" dirty="0" smtClean="0"/>
          </a:p>
          <a:p>
            <a:pPr>
              <a:spcAft>
                <a:spcPts val="1200"/>
              </a:spcAft>
            </a:pPr>
            <a:r>
              <a:rPr lang="zh-CN" altLang="en-US" dirty="0" smtClean="0"/>
              <a:t>可见性：多个线程访问同一个变量时，一个线程修改了该变量的值，其他线程能够立即看到最新的值。</a:t>
            </a:r>
            <a:endParaRPr lang="en-US" altLang="zh-CN" dirty="0" smtClean="0"/>
          </a:p>
          <a:p>
            <a:pPr>
              <a:spcAft>
                <a:spcPts val="1200"/>
              </a:spcAft>
            </a:pPr>
            <a:r>
              <a:rPr lang="zh-CN" altLang="en-US" dirty="0" smtClean="0"/>
              <a:t>有序性：程序执行的顺序按照代码的顺序执行。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743308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zh-CN" altLang="en-US" dirty="0" smtClean="0"/>
              <a:t>单线程</a:t>
            </a:r>
            <a:endParaRPr lang="zh-CN" altLang="en-US" dirty="0"/>
          </a:p>
        </p:txBody>
      </p:sp>
      <p:sp>
        <p:nvSpPr>
          <p:cNvPr id="11268" name="内容占位符 3"/>
          <p:cNvSpPr>
            <a:spLocks noGrp="1"/>
          </p:cNvSpPr>
          <p:nvPr>
            <p:ph idx="1"/>
          </p:nvPr>
        </p:nvSpPr>
        <p:spPr>
          <a:xfrm>
            <a:off x="490538" y="1484784"/>
            <a:ext cx="8143875" cy="5029200"/>
          </a:xfrm>
        </p:spPr>
        <p:txBody>
          <a:bodyPr/>
          <a:lstStyle/>
          <a:p>
            <a:pPr marL="0" indent="0" eaLnBrk="1" hangingPunct="1">
              <a:buFont typeface="Arial" pitchFamily="34" charset="0"/>
              <a:buNone/>
            </a:pPr>
            <a:r>
              <a:rPr lang="en-US" altLang="zh-CN" dirty="0" smtClean="0"/>
              <a:t>   </a:t>
            </a:r>
            <a:endParaRPr lang="zh-CN" altLang="en-US" dirty="0" smtClean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766" y="2204864"/>
            <a:ext cx="8793418" cy="22322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04" y="4724433"/>
            <a:ext cx="3552381" cy="466667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42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zh-CN" altLang="en-US" dirty="0" smtClean="0"/>
              <a:t>多线程</a:t>
            </a:r>
            <a:endParaRPr lang="zh-CN" altLang="en-US" dirty="0"/>
          </a:p>
        </p:txBody>
      </p:sp>
      <p:sp>
        <p:nvSpPr>
          <p:cNvPr id="11268" name="内容占位符 3"/>
          <p:cNvSpPr>
            <a:spLocks noGrp="1"/>
          </p:cNvSpPr>
          <p:nvPr>
            <p:ph idx="1"/>
          </p:nvPr>
        </p:nvSpPr>
        <p:spPr>
          <a:xfrm>
            <a:off x="503238" y="1065213"/>
            <a:ext cx="8143875" cy="5029200"/>
          </a:xfrm>
        </p:spPr>
        <p:txBody>
          <a:bodyPr/>
          <a:lstStyle/>
          <a:p>
            <a:pPr marL="0" indent="0" eaLnBrk="1" hangingPunct="1">
              <a:buFont typeface="Arial" pitchFamily="34" charset="0"/>
              <a:buNone/>
            </a:pPr>
            <a:r>
              <a:rPr lang="en-US" altLang="zh-CN" dirty="0" smtClean="0"/>
              <a:t>   </a:t>
            </a:r>
            <a:endParaRPr lang="zh-CN" altLang="en-US" dirty="0" smtClean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1700808"/>
            <a:ext cx="8742098" cy="28352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328" y="4725144"/>
            <a:ext cx="4057143" cy="100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524" y="1576619"/>
            <a:ext cx="8780952" cy="370476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38" y="1586143"/>
            <a:ext cx="9009524" cy="3685714"/>
          </a:xfrm>
          <a:prstGeom prst="rect">
            <a:avLst/>
          </a:prstGeom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635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zh-CN" altLang="en-US" dirty="0" smtClean="0"/>
              <a:t>线程池</a:t>
            </a:r>
            <a:endParaRPr lang="zh-CN" altLang="en-US" dirty="0"/>
          </a:p>
        </p:txBody>
      </p:sp>
      <p:sp>
        <p:nvSpPr>
          <p:cNvPr id="11268" name="内容占位符 3"/>
          <p:cNvSpPr>
            <a:spLocks noGrp="1"/>
          </p:cNvSpPr>
          <p:nvPr>
            <p:ph idx="1"/>
          </p:nvPr>
        </p:nvSpPr>
        <p:spPr>
          <a:xfrm>
            <a:off x="503238" y="1065213"/>
            <a:ext cx="8143875" cy="5029200"/>
          </a:xfrm>
        </p:spPr>
        <p:txBody>
          <a:bodyPr/>
          <a:lstStyle/>
          <a:p>
            <a:pPr marL="0" indent="0" eaLnBrk="1" hangingPunct="1">
              <a:buFont typeface="Arial" pitchFamily="34" charset="0"/>
              <a:buNone/>
            </a:pPr>
            <a:r>
              <a:rPr lang="en-US" altLang="zh-CN" dirty="0" smtClean="0"/>
              <a:t>   </a:t>
            </a:r>
            <a:endParaRPr lang="zh-CN" altLang="en-US" dirty="0" smtClean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5" y="1412777"/>
            <a:ext cx="8992545" cy="381642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56" y="5423716"/>
            <a:ext cx="3933333" cy="127619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08" y="2119205"/>
            <a:ext cx="8800000" cy="2685714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982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altLang="zh-CN" dirty="0" smtClean="0"/>
              <a:t>Fork/Join</a:t>
            </a:r>
            <a:endParaRPr lang="zh-CN" altLang="en-US" dirty="0"/>
          </a:p>
        </p:txBody>
      </p:sp>
      <p:sp>
        <p:nvSpPr>
          <p:cNvPr id="11268" name="内容占位符 3"/>
          <p:cNvSpPr>
            <a:spLocks noGrp="1"/>
          </p:cNvSpPr>
          <p:nvPr>
            <p:ph idx="1"/>
          </p:nvPr>
        </p:nvSpPr>
        <p:spPr>
          <a:xfrm>
            <a:off x="503238" y="1065213"/>
            <a:ext cx="8143875" cy="5029200"/>
          </a:xfrm>
        </p:spPr>
        <p:txBody>
          <a:bodyPr/>
          <a:lstStyle/>
          <a:p>
            <a:pPr marL="0" indent="0" eaLnBrk="1" hangingPunct="1">
              <a:buFont typeface="Arial" pitchFamily="34" charset="0"/>
              <a:buNone/>
            </a:pPr>
            <a:r>
              <a:rPr lang="en-US" altLang="zh-CN" dirty="0" smtClean="0"/>
              <a:t>   </a:t>
            </a:r>
            <a:endParaRPr lang="zh-CN" altLang="en-US" dirty="0" smtClean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1484784"/>
            <a:ext cx="6533333" cy="479047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147" y="2707842"/>
            <a:ext cx="9000853" cy="184887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649" y="4714381"/>
            <a:ext cx="3838095" cy="52381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00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zh-CN" altLang="en-US" dirty="0"/>
              <a:t>锁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8" name="图示 27"/>
          <p:cNvGraphicFramePr/>
          <p:nvPr>
            <p:extLst>
              <p:ext uri="{D42A27DB-BD31-4B8C-83A1-F6EECF244321}">
                <p14:modId xmlns:p14="http://schemas.microsoft.com/office/powerpoint/2010/main" val="3645694260"/>
              </p:ext>
            </p:extLst>
          </p:nvPr>
        </p:nvGraphicFramePr>
        <p:xfrm>
          <a:off x="971600" y="1268760"/>
          <a:ext cx="7128792" cy="53177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07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lvl="0"/>
            <a:r>
              <a:rPr lang="en-US" altLang="zh-CN" dirty="0" smtClean="0">
                <a:solidFill>
                  <a:schemeClr val="tx1"/>
                </a:solidFill>
              </a:rPr>
              <a:t>Synchronized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92649" y="1556792"/>
            <a:ext cx="64087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1. Synchronized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静态方法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6969" y="4488100"/>
            <a:ext cx="64087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. Synchronized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块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601445" y="2348185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Synchronized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修饰静态方法，实际上是对该类对象加锁，类锁。</a:t>
            </a:r>
            <a:endParaRPr lang="en-US" altLang="zh-CN" dirty="0" smtClean="0"/>
          </a:p>
        </p:txBody>
      </p:sp>
      <p:sp>
        <p:nvSpPr>
          <p:cNvPr id="10" name="矩形 9"/>
          <p:cNvSpPr/>
          <p:nvPr/>
        </p:nvSpPr>
        <p:spPr>
          <a:xfrm>
            <a:off x="692649" y="3074909"/>
            <a:ext cx="64087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. Synchronized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非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静态方法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TextBox 4"/>
          <p:cNvSpPr txBox="1"/>
          <p:nvPr/>
        </p:nvSpPr>
        <p:spPr>
          <a:xfrm>
            <a:off x="692649" y="3831431"/>
            <a:ext cx="780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Synchronized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修饰非静态方法，实际上是对调用该方法的对象加锁，对象锁</a:t>
            </a:r>
            <a:endParaRPr lang="en-US" altLang="zh-CN" dirty="0" smtClean="0"/>
          </a:p>
        </p:txBody>
      </p:sp>
      <p:sp>
        <p:nvSpPr>
          <p:cNvPr id="12" name="TextBox 4"/>
          <p:cNvSpPr txBox="1"/>
          <p:nvPr/>
        </p:nvSpPr>
        <p:spPr>
          <a:xfrm>
            <a:off x="692649" y="5279493"/>
            <a:ext cx="66479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Synchronized(this)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Synchronized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非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this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对象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，获取对象锁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Synchronized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类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.class)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 获取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类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锁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828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5553058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Synchronized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静态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方法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32" y="1340768"/>
            <a:ext cx="5161905" cy="5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912" y="1484784"/>
            <a:ext cx="4580952" cy="180952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438" y="3438324"/>
            <a:ext cx="3933333" cy="182857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0912" y="5316916"/>
            <a:ext cx="5228571" cy="1771429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9959" y="2389546"/>
            <a:ext cx="2542857" cy="3409524"/>
          </a:xfrm>
          <a:prstGeom prst="rect">
            <a:avLst/>
          </a:prstGeom>
        </p:spPr>
      </p:pic>
      <p:sp>
        <p:nvSpPr>
          <p:cNvPr id="17" name="椭圆 16"/>
          <p:cNvSpPr/>
          <p:nvPr/>
        </p:nvSpPr>
        <p:spPr>
          <a:xfrm>
            <a:off x="6443774" y="2996952"/>
            <a:ext cx="2376264" cy="11834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直接使用类调用不同的同步静态方法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461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5553058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Synchronized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静态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方法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07" y="1484784"/>
            <a:ext cx="4600000" cy="194285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175" y="3861048"/>
            <a:ext cx="4142857" cy="1828571"/>
          </a:xfrm>
          <a:prstGeom prst="rect">
            <a:avLst/>
          </a:prstGeom>
        </p:spPr>
      </p:pic>
      <p:sp>
        <p:nvSpPr>
          <p:cNvPr id="11" name="椭圆 10"/>
          <p:cNvSpPr/>
          <p:nvPr/>
        </p:nvSpPr>
        <p:spPr>
          <a:xfrm>
            <a:off x="6443774" y="2996952"/>
            <a:ext cx="2376264" cy="11834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同一个对象分别调用静态同步方法和非静态同步方法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948" y="1703831"/>
            <a:ext cx="3209524" cy="3447619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25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620113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Synchronized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非静态方法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1556792"/>
            <a:ext cx="4371429" cy="19619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163" y="3895698"/>
            <a:ext cx="4114286" cy="178095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9672" y="1809173"/>
            <a:ext cx="2438095" cy="3419048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6443774" y="2996952"/>
            <a:ext cx="2376264" cy="11834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同一个对象分别调用该对象的不同同步方法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36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620113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Synchronized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非静态方法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椭圆 12"/>
          <p:cNvSpPr/>
          <p:nvPr/>
        </p:nvSpPr>
        <p:spPr>
          <a:xfrm>
            <a:off x="6443774" y="2996952"/>
            <a:ext cx="2376264" cy="11834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不同对象调用该对象同一个同步方法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81" y="1484784"/>
            <a:ext cx="5209524" cy="222857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597" y="4005210"/>
            <a:ext cx="5104762" cy="221904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357" y="2460974"/>
            <a:ext cx="4628571" cy="2504762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257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Synchronized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块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2564904"/>
            <a:ext cx="8866667" cy="250476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44" y="1469666"/>
            <a:ext cx="5161905" cy="219047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404" y="3914008"/>
            <a:ext cx="4952381" cy="222857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016" y="2132856"/>
            <a:ext cx="4742857" cy="2752381"/>
          </a:xfrm>
          <a:prstGeom prst="rect">
            <a:avLst/>
          </a:prstGeom>
        </p:spPr>
      </p:pic>
      <p:sp>
        <p:nvSpPr>
          <p:cNvPr id="14" name="椭圆 13"/>
          <p:cNvSpPr/>
          <p:nvPr/>
        </p:nvSpPr>
        <p:spPr>
          <a:xfrm>
            <a:off x="6141961" y="1541121"/>
            <a:ext cx="2376264" cy="11834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Synchronized(this)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06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Synchronized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块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椭圆 12"/>
          <p:cNvSpPr/>
          <p:nvPr/>
        </p:nvSpPr>
        <p:spPr>
          <a:xfrm>
            <a:off x="6067933" y="1381434"/>
            <a:ext cx="2376264" cy="11834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Synchronized(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对象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80928"/>
            <a:ext cx="8847619" cy="2495238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0" y="2253868"/>
            <a:ext cx="3676190" cy="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096" y="1400565"/>
            <a:ext cx="5095238" cy="216190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096" y="3718669"/>
            <a:ext cx="5142857" cy="225714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810" y="2021227"/>
            <a:ext cx="4723809" cy="2457143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788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Synchronized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块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椭圆 7"/>
          <p:cNvSpPr/>
          <p:nvPr/>
        </p:nvSpPr>
        <p:spPr>
          <a:xfrm>
            <a:off x="6067933" y="1381434"/>
            <a:ext cx="2376264" cy="11834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Synchronized(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静态对象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2004342"/>
            <a:ext cx="5180952" cy="49523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699" y="3068960"/>
            <a:ext cx="8752381" cy="25619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544" y="1947289"/>
            <a:ext cx="4838095" cy="2771429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022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Synchronized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块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椭圆 7"/>
          <p:cNvSpPr/>
          <p:nvPr/>
        </p:nvSpPr>
        <p:spPr>
          <a:xfrm>
            <a:off x="6067933" y="1381434"/>
            <a:ext cx="2376264" cy="11834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Synchronized(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类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.class)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2708920"/>
            <a:ext cx="8733333" cy="24857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84" y="2132856"/>
            <a:ext cx="4742857" cy="276190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87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5769082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zh-CN" altLang="en-US" dirty="0" smtClean="0"/>
              <a:t>重入锁</a:t>
            </a:r>
            <a:r>
              <a:rPr lang="en-US" altLang="zh-CN" b="1" dirty="0" err="1"/>
              <a:t>ReentrantLock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692649" y="1556792"/>
            <a:ext cx="64087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非公平锁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公平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锁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TextBox 4"/>
          <p:cNvSpPr txBox="1"/>
          <p:nvPr/>
        </p:nvSpPr>
        <p:spPr>
          <a:xfrm>
            <a:off x="686969" y="2288428"/>
            <a:ext cx="6878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公平锁：线程将按照他们发出请求的顺序来获取锁，不允许插队。</a:t>
            </a:r>
            <a:endParaRPr lang="en-US" altLang="zh-CN" dirty="0" smtClean="0"/>
          </a:p>
        </p:txBody>
      </p:sp>
      <p:sp>
        <p:nvSpPr>
          <p:cNvPr id="12" name="矩形 11"/>
          <p:cNvSpPr/>
          <p:nvPr/>
        </p:nvSpPr>
        <p:spPr>
          <a:xfrm>
            <a:off x="686969" y="2887550"/>
            <a:ext cx="64087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定时锁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TextBox 4"/>
          <p:cNvSpPr txBox="1"/>
          <p:nvPr/>
        </p:nvSpPr>
        <p:spPr>
          <a:xfrm>
            <a:off x="686969" y="3678943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若不能获得所需的锁，可以使用定时的锁来获取。</a:t>
            </a:r>
            <a:endParaRPr lang="en-US" altLang="zh-CN" dirty="0" smtClean="0"/>
          </a:p>
        </p:txBody>
      </p:sp>
      <p:sp>
        <p:nvSpPr>
          <p:cNvPr id="14" name="TextBox 4"/>
          <p:cNvSpPr txBox="1"/>
          <p:nvPr/>
        </p:nvSpPr>
        <p:spPr>
          <a:xfrm>
            <a:off x="686969" y="5053741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若不能获得所需的锁，可以根据返回结果重新尝试获取锁。</a:t>
            </a:r>
            <a:endParaRPr lang="en-US" altLang="zh-CN" dirty="0"/>
          </a:p>
        </p:txBody>
      </p:sp>
      <p:sp>
        <p:nvSpPr>
          <p:cNvPr id="15" name="矩形 14"/>
          <p:cNvSpPr/>
          <p:nvPr/>
        </p:nvSpPr>
        <p:spPr>
          <a:xfrm>
            <a:off x="686969" y="4335612"/>
            <a:ext cx="64087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可轮询锁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1042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5769082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zh-CN" altLang="en-US" dirty="0" smtClean="0"/>
              <a:t>重入锁</a:t>
            </a:r>
            <a:r>
              <a:rPr lang="en-US" altLang="zh-CN" b="1" dirty="0" err="1"/>
              <a:t>ReentrantLock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952" y="1867095"/>
            <a:ext cx="8838095" cy="3123809"/>
          </a:xfrm>
          <a:prstGeom prst="rect">
            <a:avLst/>
          </a:prstGeom>
        </p:spPr>
      </p:pic>
      <p:sp>
        <p:nvSpPr>
          <p:cNvPr id="16" name="椭圆 15"/>
          <p:cNvSpPr/>
          <p:nvPr/>
        </p:nvSpPr>
        <p:spPr>
          <a:xfrm>
            <a:off x="6372200" y="1275360"/>
            <a:ext cx="2376264" cy="11834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无条件获取锁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291" y="2204864"/>
            <a:ext cx="4828571" cy="2142857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7383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5769082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zh-CN" altLang="en-US" dirty="0" smtClean="0"/>
              <a:t>重入锁</a:t>
            </a:r>
            <a:r>
              <a:rPr lang="en-US" altLang="zh-CN" b="1" dirty="0" err="1"/>
              <a:t>ReentrantLock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749" y="1867095"/>
            <a:ext cx="8971238" cy="3906335"/>
          </a:xfrm>
          <a:prstGeom prst="rect">
            <a:avLst/>
          </a:prstGeom>
        </p:spPr>
      </p:pic>
      <p:sp>
        <p:nvSpPr>
          <p:cNvPr id="8" name="椭圆 7"/>
          <p:cNvSpPr/>
          <p:nvPr/>
        </p:nvSpPr>
        <p:spPr>
          <a:xfrm>
            <a:off x="6372200" y="1275360"/>
            <a:ext cx="2376264" cy="11834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有</a:t>
            </a:r>
            <a:r>
              <a:rPr lang="zh-CN" altLang="en-US" dirty="0" smtClean="0"/>
              <a:t>条件获取锁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44" y="1867095"/>
            <a:ext cx="4704762" cy="3428571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875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51520" y="438150"/>
            <a:ext cx="5688632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altLang="zh-CN" dirty="0" err="1" smtClean="0"/>
              <a:t>ReentrantReadWriteLock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4"/>
          <p:cNvSpPr txBox="1"/>
          <p:nvPr/>
        </p:nvSpPr>
        <p:spPr>
          <a:xfrm>
            <a:off x="643199" y="1766714"/>
            <a:ext cx="7571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读写锁在一些特定情况下可以实现更高的并发性能，比如：读多写少。</a:t>
            </a:r>
            <a:endParaRPr lang="en-US" altLang="zh-CN" dirty="0" smtClean="0"/>
          </a:p>
          <a:p>
            <a:r>
              <a:rPr lang="zh-CN" altLang="en-US" dirty="0" smtClean="0"/>
              <a:t>在没有写锁存在时，读取锁可以由多个线程保持。但是写入锁独占。</a:t>
            </a:r>
            <a:endParaRPr lang="en-US" altLang="zh-CN" dirty="0" smtClean="0"/>
          </a:p>
        </p:txBody>
      </p:sp>
      <p:sp>
        <p:nvSpPr>
          <p:cNvPr id="12" name="矩形 11"/>
          <p:cNvSpPr/>
          <p:nvPr/>
        </p:nvSpPr>
        <p:spPr>
          <a:xfrm rot="5400000">
            <a:off x="3850208" y="4011911"/>
            <a:ext cx="3536950" cy="6429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defRPr/>
            </a:pPr>
            <a:r>
              <a:rPr lang="en-US" altLang="zh-CN" b="1" dirty="0" err="1"/>
              <a:t>ReentrantReadWriteLock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 rot="5400000">
            <a:off x="4582839" y="3207843"/>
            <a:ext cx="1571625" cy="4286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 err="1"/>
              <a:t>ReadLock</a:t>
            </a:r>
            <a:r>
              <a:rPr lang="en-US" altLang="zh-CN" b="1" dirty="0"/>
              <a:t> 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 rot="5400000">
            <a:off x="4582045" y="4994574"/>
            <a:ext cx="1573213" cy="4286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 err="1"/>
              <a:t>WriteLock</a:t>
            </a:r>
            <a:r>
              <a:rPr lang="en-US" altLang="zh-CN" b="1" dirty="0"/>
              <a:t> </a:t>
            </a:r>
            <a:endParaRPr lang="zh-CN" altLang="en-US" dirty="0"/>
          </a:p>
        </p:txBody>
      </p:sp>
      <p:graphicFrame>
        <p:nvGraphicFramePr>
          <p:cNvPr id="15" name="图示 14"/>
          <p:cNvGraphicFramePr/>
          <p:nvPr>
            <p:extLst>
              <p:ext uri="{D42A27DB-BD31-4B8C-83A1-F6EECF244321}">
                <p14:modId xmlns:p14="http://schemas.microsoft.com/office/powerpoint/2010/main" val="1638084382"/>
              </p:ext>
            </p:extLst>
          </p:nvPr>
        </p:nvGraphicFramePr>
        <p:xfrm>
          <a:off x="2368261" y="4494508"/>
          <a:ext cx="2857520" cy="1357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6" name="组合 13"/>
          <p:cNvGrpSpPr>
            <a:grpSpLocks/>
          </p:cNvGrpSpPr>
          <p:nvPr/>
        </p:nvGrpSpPr>
        <p:grpSpPr bwMode="auto">
          <a:xfrm>
            <a:off x="4225651" y="2636343"/>
            <a:ext cx="1019175" cy="407987"/>
            <a:chOff x="837" y="474672"/>
            <a:chExt cx="1019944" cy="407977"/>
          </a:xfrm>
        </p:grpSpPr>
        <p:sp>
          <p:nvSpPr>
            <p:cNvPr id="17" name="燕尾形 16"/>
            <p:cNvSpPr/>
            <p:nvPr/>
          </p:nvSpPr>
          <p:spPr>
            <a:xfrm>
              <a:off x="837" y="474672"/>
              <a:ext cx="1019944" cy="407977"/>
            </a:xfrm>
            <a:prstGeom prst="chevron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燕尾形 4"/>
            <p:cNvSpPr/>
            <p:nvPr/>
          </p:nvSpPr>
          <p:spPr>
            <a:xfrm>
              <a:off x="204190" y="474672"/>
              <a:ext cx="613237" cy="4079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64008" tIns="21336" rIns="21336" bIns="21336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1600" dirty="0"/>
                <a:t>线程</a:t>
              </a:r>
              <a:r>
                <a:rPr lang="en-US" altLang="zh-CN" sz="1600" dirty="0"/>
                <a:t>1</a:t>
              </a:r>
              <a:endParaRPr lang="zh-CN" altLang="en-US" sz="1600" dirty="0"/>
            </a:p>
          </p:txBody>
        </p:sp>
      </p:grpSp>
      <p:grpSp>
        <p:nvGrpSpPr>
          <p:cNvPr id="19" name="组合 16"/>
          <p:cNvGrpSpPr>
            <a:grpSpLocks/>
          </p:cNvGrpSpPr>
          <p:nvPr/>
        </p:nvGrpSpPr>
        <p:grpSpPr bwMode="auto">
          <a:xfrm>
            <a:off x="4225651" y="3207843"/>
            <a:ext cx="1019175" cy="407987"/>
            <a:chOff x="837" y="474672"/>
            <a:chExt cx="1019944" cy="407977"/>
          </a:xfrm>
        </p:grpSpPr>
        <p:sp>
          <p:nvSpPr>
            <p:cNvPr id="20" name="燕尾形 19"/>
            <p:cNvSpPr/>
            <p:nvPr/>
          </p:nvSpPr>
          <p:spPr>
            <a:xfrm>
              <a:off x="837" y="474672"/>
              <a:ext cx="1019944" cy="407977"/>
            </a:xfrm>
            <a:prstGeom prst="chevron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燕尾形 4"/>
            <p:cNvSpPr/>
            <p:nvPr/>
          </p:nvSpPr>
          <p:spPr>
            <a:xfrm>
              <a:off x="204190" y="474672"/>
              <a:ext cx="613237" cy="4079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64008" tIns="21336" rIns="21336" bIns="21336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1600" dirty="0"/>
                <a:t>线程</a:t>
              </a:r>
              <a:r>
                <a:rPr lang="en-US" altLang="zh-CN" sz="1600" dirty="0"/>
                <a:t>2</a:t>
              </a:r>
              <a:endParaRPr lang="zh-CN" altLang="en-US" sz="1600" dirty="0"/>
            </a:p>
          </p:txBody>
        </p:sp>
      </p:grpSp>
      <p:grpSp>
        <p:nvGrpSpPr>
          <p:cNvPr id="22" name="组合 19"/>
          <p:cNvGrpSpPr>
            <a:grpSpLocks/>
          </p:cNvGrpSpPr>
          <p:nvPr/>
        </p:nvGrpSpPr>
        <p:grpSpPr bwMode="auto">
          <a:xfrm>
            <a:off x="4225651" y="3801568"/>
            <a:ext cx="1019175" cy="406400"/>
            <a:chOff x="837" y="474672"/>
            <a:chExt cx="1019944" cy="407977"/>
          </a:xfrm>
        </p:grpSpPr>
        <p:sp>
          <p:nvSpPr>
            <p:cNvPr id="23" name="燕尾形 22"/>
            <p:cNvSpPr/>
            <p:nvPr/>
          </p:nvSpPr>
          <p:spPr>
            <a:xfrm>
              <a:off x="837" y="474672"/>
              <a:ext cx="1019944" cy="407977"/>
            </a:xfrm>
            <a:prstGeom prst="chevron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燕尾形 4"/>
            <p:cNvSpPr/>
            <p:nvPr/>
          </p:nvSpPr>
          <p:spPr>
            <a:xfrm>
              <a:off x="204190" y="474672"/>
              <a:ext cx="613237" cy="4079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64008" tIns="21336" rIns="21336" bIns="21336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1600" dirty="0"/>
                <a:t>线程</a:t>
              </a:r>
              <a:r>
                <a:rPr lang="en-US" altLang="zh-CN" sz="1600" dirty="0"/>
                <a:t>3</a:t>
              </a:r>
              <a:endParaRPr lang="zh-CN" altLang="en-US" sz="1600" dirty="0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119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51520" y="438150"/>
            <a:ext cx="5688632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altLang="zh-CN" dirty="0" err="1" smtClean="0"/>
              <a:t>ReentrantReadWriteLock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452" y="1450788"/>
            <a:ext cx="4828571" cy="1314286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60" y="2765074"/>
            <a:ext cx="5609524" cy="217142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482" y="5095946"/>
            <a:ext cx="5428571" cy="1133333"/>
          </a:xfrm>
          <a:prstGeom prst="rect">
            <a:avLst/>
          </a:prstGeom>
        </p:spPr>
      </p:pic>
      <p:sp>
        <p:nvSpPr>
          <p:cNvPr id="23" name="椭圆 22"/>
          <p:cNvSpPr/>
          <p:nvPr/>
        </p:nvSpPr>
        <p:spPr>
          <a:xfrm>
            <a:off x="6258149" y="1237057"/>
            <a:ext cx="2376264" cy="11834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两条写线程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301" y="2472968"/>
            <a:ext cx="8172112" cy="3189644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301" y="2893201"/>
            <a:ext cx="8276190" cy="1495238"/>
          </a:xfrm>
          <a:prstGeom prst="rect">
            <a:avLst/>
          </a:prstGeom>
        </p:spPr>
      </p:pic>
      <p:sp>
        <p:nvSpPr>
          <p:cNvPr id="17" name="椭圆 16"/>
          <p:cNvSpPr/>
          <p:nvPr/>
        </p:nvSpPr>
        <p:spPr>
          <a:xfrm>
            <a:off x="6256352" y="1237057"/>
            <a:ext cx="2376264" cy="11834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两条读线程</a:t>
            </a:r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6538" y="1456525"/>
            <a:ext cx="4800000" cy="123809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5616" y="3027954"/>
            <a:ext cx="5666667" cy="980952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5639" y="4490818"/>
            <a:ext cx="5533333" cy="109523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989" y="2472968"/>
            <a:ext cx="7200000" cy="3457143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253" y="2411365"/>
            <a:ext cx="5971429" cy="2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599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zh-CN" altLang="en-US" dirty="0" smtClean="0"/>
              <a:t>常用原子操作类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92649" y="2636912"/>
            <a:ext cx="64087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在操作之前读取内存的值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06100" y="3501008"/>
            <a:ext cx="64087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在期望的数据上执行操作（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+1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），得到新数据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06100" y="4424622"/>
            <a:ext cx="6408712" cy="8765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3. 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比较：先比较当前内存值是否与期望值相等，若相等，则写入值，若不等，则说明数据被其他线程修改，重复执行步骤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92649" y="1585714"/>
            <a:ext cx="64087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原子操作类利用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CAS(</a:t>
            </a:r>
            <a:r>
              <a:rPr lang="en-US" altLang="zh-CN" dirty="0"/>
              <a:t>Compare and Swap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实现原子性操作。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TextBox 4"/>
          <p:cNvSpPr txBox="1"/>
          <p:nvPr/>
        </p:nvSpPr>
        <p:spPr>
          <a:xfrm>
            <a:off x="539552" y="5720765"/>
            <a:ext cx="741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AtomicInteger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AtomicLong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AtomicBoolean</a:t>
            </a:r>
            <a:r>
              <a:rPr lang="en-US" altLang="zh-CN" dirty="0" smtClean="0"/>
              <a:t>…</a:t>
            </a:r>
          </a:p>
        </p:txBody>
      </p:sp>
      <p:sp>
        <p:nvSpPr>
          <p:cNvPr id="14" name="椭圆 13"/>
          <p:cNvSpPr/>
          <p:nvPr/>
        </p:nvSpPr>
        <p:spPr>
          <a:xfrm>
            <a:off x="6443774" y="2541035"/>
            <a:ext cx="2376264" cy="11834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ABA</a:t>
            </a:r>
            <a:r>
              <a:rPr lang="zh-CN" altLang="en-US" dirty="0" smtClean="0"/>
              <a:t>问题？</a:t>
            </a:r>
            <a:endParaRPr lang="zh-CN" altLang="en-US" dirty="0"/>
          </a:p>
        </p:txBody>
      </p:sp>
      <p:sp>
        <p:nvSpPr>
          <p:cNvPr id="15" name="椭圆 14"/>
          <p:cNvSpPr/>
          <p:nvPr/>
        </p:nvSpPr>
        <p:spPr>
          <a:xfrm>
            <a:off x="6443774" y="2553344"/>
            <a:ext cx="2376264" cy="11834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增加版本号，更新变量值的同时，更新版本号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658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lvl="0"/>
            <a:r>
              <a:rPr lang="en-US" altLang="zh-CN" dirty="0">
                <a:solidFill>
                  <a:schemeClr val="tx1"/>
                </a:solidFill>
              </a:rPr>
              <a:t>Volatile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92649" y="1844824"/>
            <a:ext cx="64087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保证可见性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92649" y="3430972"/>
            <a:ext cx="64087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不保证原子性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92649" y="4893661"/>
            <a:ext cx="64087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3. 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一定程度上保证有序性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TextBox 4"/>
          <p:cNvSpPr txBox="1"/>
          <p:nvPr/>
        </p:nvSpPr>
        <p:spPr>
          <a:xfrm>
            <a:off x="539552" y="2627620"/>
            <a:ext cx="7416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被</a:t>
            </a:r>
            <a:r>
              <a:rPr lang="en-US" altLang="zh-CN" dirty="0" smtClean="0"/>
              <a:t>volatile</a:t>
            </a:r>
            <a:r>
              <a:rPr lang="zh-CN" altLang="en-US" dirty="0" smtClean="0"/>
              <a:t>修饰的共享变量，会保证在被修改后，立即将值更新到内存中，其他线程获取该变量时，已经是最新值。</a:t>
            </a:r>
            <a:endParaRPr lang="en-US" altLang="zh-CN" dirty="0" smtClean="0"/>
          </a:p>
        </p:txBody>
      </p:sp>
      <p:sp>
        <p:nvSpPr>
          <p:cNvPr id="14" name="TextBox 4"/>
          <p:cNvSpPr txBox="1"/>
          <p:nvPr/>
        </p:nvSpPr>
        <p:spPr>
          <a:xfrm>
            <a:off x="539552" y="4050069"/>
            <a:ext cx="741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被</a:t>
            </a:r>
            <a:r>
              <a:rPr lang="en-US" altLang="zh-CN" dirty="0" smtClean="0"/>
              <a:t>volatile</a:t>
            </a:r>
            <a:r>
              <a:rPr lang="zh-CN" altLang="en-US" dirty="0" smtClean="0"/>
              <a:t>修饰的共享变量，不保证原子性。</a:t>
            </a:r>
            <a:endParaRPr lang="en-US" altLang="zh-CN" dirty="0" smtClean="0"/>
          </a:p>
        </p:txBody>
      </p:sp>
      <p:sp>
        <p:nvSpPr>
          <p:cNvPr id="15" name="TextBox 4"/>
          <p:cNvSpPr txBox="1"/>
          <p:nvPr/>
        </p:nvSpPr>
        <p:spPr>
          <a:xfrm>
            <a:off x="539552" y="5692367"/>
            <a:ext cx="741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被</a:t>
            </a:r>
            <a:r>
              <a:rPr lang="en-US" altLang="zh-CN" dirty="0" smtClean="0"/>
              <a:t>volatile</a:t>
            </a:r>
            <a:r>
              <a:rPr lang="zh-CN" altLang="en-US" dirty="0" smtClean="0"/>
              <a:t>修饰的共享变量，一定程度上保证有序性。</a:t>
            </a:r>
            <a:endParaRPr lang="en-US" altLang="zh-CN" dirty="0" smtClean="0"/>
          </a:p>
        </p:txBody>
      </p:sp>
      <p:sp>
        <p:nvSpPr>
          <p:cNvPr id="4" name="圆角矩形 3"/>
          <p:cNvSpPr/>
          <p:nvPr/>
        </p:nvSpPr>
        <p:spPr>
          <a:xfrm>
            <a:off x="521846" y="2026816"/>
            <a:ext cx="7128792" cy="33123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：定义一个被</a:t>
            </a:r>
            <a:r>
              <a:rPr lang="en-US" altLang="zh-CN" dirty="0" smtClean="0"/>
              <a:t>volatile</a:t>
            </a:r>
            <a:r>
              <a:rPr lang="zh-CN" altLang="en-US" dirty="0" smtClean="0"/>
              <a:t>修饰的共享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型变量，执行自增操作，假设此时值为</a:t>
            </a:r>
            <a:r>
              <a:rPr lang="en-US" altLang="zh-CN" dirty="0" smtClean="0"/>
              <a:t>10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：线程</a:t>
            </a:r>
            <a:r>
              <a:rPr lang="en-US" altLang="zh-CN" dirty="0" smtClean="0"/>
              <a:t>1</a:t>
            </a:r>
            <a:r>
              <a:rPr lang="zh-CN" altLang="en-US" dirty="0" smtClean="0"/>
              <a:t>从内存中读取变量的值</a:t>
            </a:r>
            <a:r>
              <a:rPr lang="en-US" altLang="zh-CN" dirty="0" smtClean="0"/>
              <a:t>10</a:t>
            </a:r>
            <a:r>
              <a:rPr lang="zh-CN" altLang="en-US" dirty="0" smtClean="0"/>
              <a:t>，在执行自增之前被阻塞；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：线程</a:t>
            </a:r>
            <a:r>
              <a:rPr lang="en-US" altLang="zh-CN" dirty="0" smtClean="0"/>
              <a:t>2</a:t>
            </a:r>
            <a:r>
              <a:rPr lang="zh-CN" altLang="en-US" dirty="0" smtClean="0"/>
              <a:t>从内存中读取变量的值，此时因为线程</a:t>
            </a:r>
            <a:r>
              <a:rPr lang="en-US" altLang="zh-CN" dirty="0" smtClean="0"/>
              <a:t>1</a:t>
            </a:r>
            <a:r>
              <a:rPr lang="zh-CN" altLang="en-US" dirty="0" smtClean="0"/>
              <a:t>未做更新操作，因此读取的值仍然为</a:t>
            </a:r>
            <a:r>
              <a:rPr lang="en-US" altLang="zh-CN" dirty="0" smtClean="0"/>
              <a:t>10</a:t>
            </a:r>
            <a:r>
              <a:rPr lang="zh-CN" altLang="en-US" dirty="0" smtClean="0"/>
              <a:t>，然后执行自增操作之后立即写入内存，此时值为</a:t>
            </a:r>
            <a:r>
              <a:rPr lang="en-US" altLang="zh-CN" dirty="0" smtClean="0"/>
              <a:t>11</a:t>
            </a:r>
            <a:r>
              <a:rPr lang="zh-CN" altLang="en-US" dirty="0" smtClean="0"/>
              <a:t>。</a:t>
            </a:r>
            <a:endParaRPr lang="en-US" altLang="zh-CN" dirty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：线程</a:t>
            </a:r>
            <a:r>
              <a:rPr lang="en-US" altLang="zh-CN" dirty="0" smtClean="0"/>
              <a:t>1</a:t>
            </a:r>
            <a:r>
              <a:rPr lang="zh-CN" altLang="en-US" dirty="0" smtClean="0"/>
              <a:t>继续执行自增操作，由于线程</a:t>
            </a:r>
            <a:r>
              <a:rPr lang="en-US" altLang="zh-CN" dirty="0" smtClean="0"/>
              <a:t>1</a:t>
            </a:r>
            <a:r>
              <a:rPr lang="zh-CN" altLang="en-US" dirty="0" smtClean="0"/>
              <a:t>已经读取了数据，并且是</a:t>
            </a:r>
            <a:r>
              <a:rPr lang="en-US" altLang="zh-CN" dirty="0" smtClean="0"/>
              <a:t>10</a:t>
            </a:r>
            <a:r>
              <a:rPr lang="zh-CN" altLang="en-US" dirty="0" smtClean="0"/>
              <a:t>，则自增之后写入内存的值为</a:t>
            </a:r>
            <a:r>
              <a:rPr lang="en-US" altLang="zh-CN" dirty="0" smtClean="0"/>
              <a:t>11</a:t>
            </a:r>
            <a:endParaRPr lang="zh-CN" altLang="en-US" dirty="0"/>
          </a:p>
        </p:txBody>
      </p:sp>
      <p:sp>
        <p:nvSpPr>
          <p:cNvPr id="16" name="圆角矩形 15"/>
          <p:cNvSpPr/>
          <p:nvPr/>
        </p:nvSpPr>
        <p:spPr>
          <a:xfrm>
            <a:off x="503114" y="2278844"/>
            <a:ext cx="2556718" cy="33123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//x</a:t>
            </a:r>
            <a:r>
              <a:rPr lang="zh-CN" altLang="en-US" dirty="0"/>
              <a:t>、</a:t>
            </a:r>
            <a:r>
              <a:rPr lang="en-US" altLang="zh-CN" dirty="0"/>
              <a:t>y</a:t>
            </a:r>
            <a:r>
              <a:rPr lang="zh-CN" altLang="en-US" dirty="0"/>
              <a:t>为非</a:t>
            </a:r>
            <a:r>
              <a:rPr lang="en-US" altLang="zh-CN" dirty="0"/>
              <a:t>volatile</a:t>
            </a:r>
            <a:r>
              <a:rPr lang="zh-CN" altLang="en-US" dirty="0"/>
              <a:t>变量</a:t>
            </a:r>
          </a:p>
          <a:p>
            <a:r>
              <a:rPr lang="en-US" altLang="zh-CN" dirty="0"/>
              <a:t>//flag</a:t>
            </a:r>
            <a:r>
              <a:rPr lang="zh-CN" altLang="en-US" dirty="0"/>
              <a:t>为</a:t>
            </a:r>
            <a:r>
              <a:rPr lang="en-US" altLang="zh-CN" dirty="0"/>
              <a:t>volatile</a:t>
            </a:r>
            <a:r>
              <a:rPr lang="zh-CN" altLang="en-US" dirty="0"/>
              <a:t>变量</a:t>
            </a:r>
          </a:p>
          <a:p>
            <a:r>
              <a:rPr lang="zh-CN" altLang="en-US" dirty="0"/>
              <a:t> </a:t>
            </a:r>
          </a:p>
          <a:p>
            <a:r>
              <a:rPr lang="en-US" altLang="zh-CN" dirty="0"/>
              <a:t>x = 2;        //</a:t>
            </a:r>
            <a:r>
              <a:rPr lang="zh-CN" altLang="en-US" dirty="0"/>
              <a:t>语句</a:t>
            </a:r>
            <a:r>
              <a:rPr lang="en-US" altLang="zh-CN" dirty="0"/>
              <a:t>1</a:t>
            </a:r>
          </a:p>
          <a:p>
            <a:r>
              <a:rPr lang="en-US" altLang="zh-CN" dirty="0"/>
              <a:t>y = 0;        //</a:t>
            </a:r>
            <a:r>
              <a:rPr lang="zh-CN" altLang="en-US" dirty="0"/>
              <a:t>语句</a:t>
            </a:r>
            <a:r>
              <a:rPr lang="en-US" altLang="zh-CN" dirty="0"/>
              <a:t>2</a:t>
            </a:r>
          </a:p>
          <a:p>
            <a:r>
              <a:rPr lang="en-US" altLang="zh-CN" dirty="0"/>
              <a:t>flag = true;  //</a:t>
            </a:r>
            <a:r>
              <a:rPr lang="zh-CN" altLang="en-US" dirty="0"/>
              <a:t>语句</a:t>
            </a:r>
            <a:r>
              <a:rPr lang="en-US" altLang="zh-CN" dirty="0"/>
              <a:t>3</a:t>
            </a:r>
          </a:p>
          <a:p>
            <a:r>
              <a:rPr lang="en-US" altLang="zh-CN" dirty="0"/>
              <a:t>x = 4;         //</a:t>
            </a:r>
            <a:r>
              <a:rPr lang="zh-CN" altLang="en-US" dirty="0"/>
              <a:t>语句</a:t>
            </a:r>
            <a:r>
              <a:rPr lang="en-US" altLang="zh-CN" dirty="0"/>
              <a:t>4</a:t>
            </a:r>
          </a:p>
          <a:p>
            <a:r>
              <a:rPr lang="en-US" altLang="zh-CN" dirty="0"/>
              <a:t>y = -1;       //</a:t>
            </a:r>
            <a:r>
              <a:rPr lang="zh-CN" altLang="en-US" dirty="0"/>
              <a:t>语句</a:t>
            </a: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7" name="圆角矩形 16"/>
          <p:cNvSpPr/>
          <p:nvPr/>
        </p:nvSpPr>
        <p:spPr>
          <a:xfrm>
            <a:off x="3230636" y="2232674"/>
            <a:ext cx="4420002" cy="33123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：由于</a:t>
            </a:r>
            <a:r>
              <a:rPr lang="en-US" altLang="zh-CN" dirty="0"/>
              <a:t>flag</a:t>
            </a:r>
            <a:r>
              <a:rPr lang="zh-CN" altLang="en-US" dirty="0"/>
              <a:t>为</a:t>
            </a:r>
            <a:r>
              <a:rPr lang="en-US" altLang="zh-CN" dirty="0"/>
              <a:t>volatile</a:t>
            </a:r>
            <a:r>
              <a:rPr lang="zh-CN" altLang="en-US" dirty="0" smtClean="0"/>
              <a:t>变量，所以在指令排序时，不会放在语句</a:t>
            </a:r>
            <a:r>
              <a:rPr lang="en-US" altLang="zh-CN" dirty="0" smtClean="0"/>
              <a:t>1</a:t>
            </a:r>
            <a:r>
              <a:rPr lang="zh-CN" altLang="en-US" dirty="0" smtClean="0"/>
              <a:t>、语句</a:t>
            </a:r>
            <a:r>
              <a:rPr lang="en-US" altLang="zh-CN" dirty="0" smtClean="0"/>
              <a:t>2</a:t>
            </a:r>
            <a:r>
              <a:rPr lang="zh-CN" altLang="en-US" dirty="0" smtClean="0"/>
              <a:t>的前面，也不会放在语句</a:t>
            </a:r>
            <a:r>
              <a:rPr lang="en-US" altLang="zh-CN" dirty="0" smtClean="0"/>
              <a:t>4</a:t>
            </a:r>
            <a:r>
              <a:rPr lang="zh-CN" altLang="en-US" dirty="0" smtClean="0"/>
              <a:t>、语句</a:t>
            </a:r>
            <a:r>
              <a:rPr lang="en-US" altLang="zh-CN" dirty="0" smtClean="0"/>
              <a:t>5</a:t>
            </a:r>
            <a:r>
              <a:rPr lang="zh-CN" altLang="en-US" dirty="0" smtClean="0"/>
              <a:t>的后面。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：语句</a:t>
            </a:r>
            <a:r>
              <a:rPr lang="en-US" altLang="zh-CN" dirty="0" smtClean="0"/>
              <a:t>1</a:t>
            </a:r>
            <a:r>
              <a:rPr lang="zh-CN" altLang="en-US" dirty="0" smtClean="0"/>
              <a:t>、语句</a:t>
            </a:r>
            <a:r>
              <a:rPr lang="en-US" altLang="zh-CN" dirty="0" smtClean="0"/>
              <a:t>2</a:t>
            </a:r>
            <a:r>
              <a:rPr lang="zh-CN" altLang="en-US" dirty="0" smtClean="0"/>
              <a:t>的执行顺序不能保证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：语句</a:t>
            </a:r>
            <a:r>
              <a:rPr lang="en-US" altLang="zh-CN" dirty="0" smtClean="0"/>
              <a:t>4</a:t>
            </a:r>
            <a:r>
              <a:rPr lang="zh-CN" altLang="en-US" dirty="0" smtClean="0"/>
              <a:t>、语句</a:t>
            </a:r>
            <a:r>
              <a:rPr lang="en-US" altLang="zh-CN" dirty="0" smtClean="0"/>
              <a:t>5</a:t>
            </a:r>
            <a:r>
              <a:rPr lang="zh-CN" altLang="en-US" dirty="0" smtClean="0"/>
              <a:t>的执行顺序不能保证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452988" y="6268722"/>
            <a:ext cx="41075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http://www.importnew.com/18126.html</a:t>
            </a:r>
          </a:p>
        </p:txBody>
      </p:sp>
    </p:spTree>
    <p:extLst>
      <p:ext uri="{BB962C8B-B14F-4D97-AF65-F5344CB8AC3E}">
        <p14:creationId xmlns:p14="http://schemas.microsoft.com/office/powerpoint/2010/main" val="571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16" grpId="0" animBg="1"/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zh-CN" altLang="en-US" dirty="0" smtClean="0"/>
              <a:t>线程池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971621" y="1770551"/>
            <a:ext cx="7143750" cy="1046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10000"/>
              </a:spcBef>
              <a:defRPr/>
            </a:pPr>
            <a:endParaRPr kumimoji="1" lang="zh-CN" altLang="en-US" sz="2000" dirty="0"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  <a:spcBef>
                <a:spcPct val="10000"/>
              </a:spcBef>
              <a:buFontTx/>
              <a:buChar char="•"/>
              <a:defRPr/>
            </a:pPr>
            <a:endParaRPr kumimoji="1" lang="zh-CN" altLang="en-US" sz="2000" dirty="0">
              <a:latin typeface="+mn-ea"/>
              <a:ea typeface="+mn-ea"/>
            </a:endParaRPr>
          </a:p>
        </p:txBody>
      </p:sp>
      <p:graphicFrame>
        <p:nvGraphicFramePr>
          <p:cNvPr id="13" name="图示 12"/>
          <p:cNvGraphicFramePr/>
          <p:nvPr>
            <p:extLst>
              <p:ext uri="{D42A27DB-BD31-4B8C-83A1-F6EECF244321}">
                <p14:modId xmlns:p14="http://schemas.microsoft.com/office/powerpoint/2010/main" val="574118738"/>
              </p:ext>
            </p:extLst>
          </p:nvPr>
        </p:nvGraphicFramePr>
        <p:xfrm>
          <a:off x="971600" y="1484784"/>
          <a:ext cx="7119966" cy="4460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393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5625066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lvl="0"/>
            <a:r>
              <a:rPr lang="en-US" alt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newFixedThreadPool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1988840"/>
            <a:ext cx="5971429" cy="114285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30" y="3717032"/>
            <a:ext cx="7371428" cy="1219048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896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5625066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en-US" sz="31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newSingleThreadExecutor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863" y="2060848"/>
            <a:ext cx="5771429" cy="120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863" y="3861048"/>
            <a:ext cx="6809524" cy="1333333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384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5625066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lvl="0"/>
            <a:r>
              <a:rPr lang="en-US" altLang="en-US" sz="3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newCachedThreadPool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627" y="1844824"/>
            <a:ext cx="5619048" cy="11619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627" y="3654801"/>
            <a:ext cx="6409524" cy="140000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262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5625066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altLang="en-US" sz="2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newSingleThreadScheduledExecutor</a:t>
            </a:r>
            <a:endParaRPr lang="zh-CN" altLang="en-US" sz="28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2132856"/>
            <a:ext cx="6190476" cy="8761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576" y="3284984"/>
            <a:ext cx="8076190" cy="91428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576" y="4708189"/>
            <a:ext cx="5657143" cy="1152381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49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lvl="0"/>
            <a:r>
              <a:rPr lang="zh-CN" altLang="en-US" dirty="0" smtClean="0"/>
              <a:t>常用队列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683568" y="1598420"/>
            <a:ext cx="64087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直接提交策略</a:t>
            </a:r>
            <a:r>
              <a:rPr lang="en-US" altLang="zh-CN" dirty="0" err="1"/>
              <a:t>SynchronousQueue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308287" y="3933056"/>
            <a:ext cx="83261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假设当前核心线程已经有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个任务正在执行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此时，又提交了一个任务（</a:t>
            </a:r>
            <a:r>
              <a:rPr lang="en-US" altLang="zh-CN" dirty="0" smtClean="0"/>
              <a:t>A</a:t>
            </a:r>
            <a:r>
              <a:rPr lang="zh-CN" altLang="en-US" dirty="0" smtClean="0"/>
              <a:t>），该任务将会被加入到</a:t>
            </a:r>
            <a:r>
              <a:rPr lang="en-US" altLang="zh-CN" dirty="0" smtClean="0"/>
              <a:t>Queue</a:t>
            </a:r>
            <a:r>
              <a:rPr lang="zh-CN" altLang="en-US" dirty="0" smtClean="0"/>
              <a:t>中，而不添加新的 线程（当前运行的线程等于或多余核心线程）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此时又来了一个任务（</a:t>
            </a:r>
            <a:r>
              <a:rPr lang="en-US" altLang="zh-CN" dirty="0" smtClean="0"/>
              <a:t>B</a:t>
            </a:r>
            <a:r>
              <a:rPr lang="zh-CN" altLang="en-US" dirty="0" smtClean="0"/>
              <a:t>），且核心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个线程尚未完成。此时会将任务</a:t>
            </a:r>
            <a:r>
              <a:rPr lang="en-US" altLang="zh-CN" dirty="0" smtClean="0"/>
              <a:t>B</a:t>
            </a:r>
            <a:r>
              <a:rPr lang="zh-CN" altLang="en-US" dirty="0" smtClean="0"/>
              <a:t>尝试添加进入</a:t>
            </a:r>
            <a:r>
              <a:rPr lang="en-US" altLang="zh-CN" dirty="0" smtClean="0"/>
              <a:t>Queue</a:t>
            </a:r>
            <a:r>
              <a:rPr lang="zh-CN" altLang="en-US" dirty="0" smtClean="0"/>
              <a:t>中，由于</a:t>
            </a:r>
            <a:r>
              <a:rPr lang="en-US" altLang="zh-CN" dirty="0" err="1" smtClean="0"/>
              <a:t>SynchronousQueue</a:t>
            </a:r>
            <a:r>
              <a:rPr lang="zh-CN" altLang="en-US" dirty="0" smtClean="0"/>
              <a:t>的特性，任务</a:t>
            </a:r>
            <a:r>
              <a:rPr lang="en-US" altLang="zh-CN" dirty="0" smtClean="0"/>
              <a:t>B</a:t>
            </a:r>
            <a:r>
              <a:rPr lang="zh-CN" altLang="en-US" dirty="0" smtClean="0"/>
              <a:t>不会被加入到</a:t>
            </a:r>
            <a:r>
              <a:rPr lang="en-US" altLang="zh-CN" dirty="0" smtClean="0"/>
              <a:t>Queue</a:t>
            </a:r>
            <a:r>
              <a:rPr lang="zh-CN" altLang="en-US" dirty="0" smtClean="0"/>
              <a:t>中。此时将会创建新的线程来处理。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若此时再来一个任务（</a:t>
            </a:r>
            <a:r>
              <a:rPr lang="en-US" altLang="zh-CN" dirty="0" smtClean="0"/>
              <a:t>C</a:t>
            </a:r>
            <a:r>
              <a:rPr lang="zh-CN" altLang="en-US" dirty="0" smtClean="0"/>
              <a:t>），且其他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个线程尚未完成，无法加入到</a:t>
            </a:r>
            <a:r>
              <a:rPr lang="en-US" altLang="zh-CN" dirty="0" smtClean="0"/>
              <a:t>Queue</a:t>
            </a:r>
            <a:r>
              <a:rPr lang="zh-CN" altLang="en-US" dirty="0" smtClean="0"/>
              <a:t>中，且线程数已经达到</a:t>
            </a:r>
            <a:r>
              <a:rPr lang="en-US" altLang="zh-CN" dirty="0" err="1" smtClean="0"/>
              <a:t>maximumPoolSize</a:t>
            </a:r>
            <a:r>
              <a:rPr lang="zh-CN" altLang="en-US" dirty="0" smtClean="0"/>
              <a:t>。此时，只能执行拒绝策略了。</a:t>
            </a:r>
            <a:endParaRPr lang="en-US" altLang="zh-CN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45" y="3048720"/>
            <a:ext cx="6647619" cy="504762"/>
          </a:xfrm>
          <a:prstGeom prst="rect">
            <a:avLst/>
          </a:prstGeom>
        </p:spPr>
      </p:pic>
      <p:sp>
        <p:nvSpPr>
          <p:cNvPr id="10" name="TextBox 4"/>
          <p:cNvSpPr txBox="1"/>
          <p:nvPr/>
        </p:nvSpPr>
        <p:spPr>
          <a:xfrm>
            <a:off x="395536" y="2341378"/>
            <a:ext cx="8326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在某次添加元素之后必须等待线程取走之后才能继续添加</a:t>
            </a:r>
            <a:endParaRPr lang="en-US" altLang="zh-CN" dirty="0" smtClean="0"/>
          </a:p>
        </p:txBody>
      </p:sp>
      <p:sp>
        <p:nvSpPr>
          <p:cNvPr id="12" name="TextBox 4"/>
          <p:cNvSpPr txBox="1"/>
          <p:nvPr/>
        </p:nvSpPr>
        <p:spPr>
          <a:xfrm>
            <a:off x="395536" y="3368816"/>
            <a:ext cx="8326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使用</a:t>
            </a:r>
            <a:r>
              <a:rPr lang="en-US" altLang="zh-CN" dirty="0" err="1" smtClean="0"/>
              <a:t>SynchronousQueue</a:t>
            </a:r>
            <a:r>
              <a:rPr lang="zh-CN" altLang="en-US" dirty="0" smtClean="0"/>
              <a:t>时，建议</a:t>
            </a:r>
            <a:r>
              <a:rPr lang="en-US" altLang="zh-CN" dirty="0" err="1" smtClean="0"/>
              <a:t>maximumPoolSize</a:t>
            </a:r>
            <a:r>
              <a:rPr lang="zh-CN" altLang="en-US" dirty="0" smtClean="0"/>
              <a:t>为无界的，避免发生此种情况。</a:t>
            </a:r>
            <a:endParaRPr lang="en-US" altLang="zh-CN" dirty="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57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lvl="0"/>
            <a:r>
              <a:rPr lang="zh-CN" altLang="en-US" dirty="0" smtClean="0"/>
              <a:t>常用队列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683568" y="1598420"/>
            <a:ext cx="64087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无界队列策略</a:t>
            </a:r>
            <a:r>
              <a:rPr lang="en-US" altLang="zh-CN" dirty="0" err="1"/>
              <a:t>LinkedBlockingQueue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308287" y="3933056"/>
            <a:ext cx="83261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假设当前运行的线程数少于</a:t>
            </a:r>
            <a:r>
              <a:rPr lang="en-US" altLang="zh-CN" dirty="0" err="1" smtClean="0"/>
              <a:t>corePoolSize</a:t>
            </a:r>
            <a:r>
              <a:rPr lang="zh-CN" altLang="en-US" dirty="0" smtClean="0"/>
              <a:t>，则新任务将不会进入排队，直接添加新的线程。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若当前运行的线程数等于或多余</a:t>
            </a:r>
            <a:r>
              <a:rPr lang="en-US" altLang="zh-CN" dirty="0" err="1" smtClean="0"/>
              <a:t>corePoolSize</a:t>
            </a:r>
            <a:r>
              <a:rPr lang="zh-CN" altLang="en-US" dirty="0" smtClean="0"/>
              <a:t>，则新任务将首先请求加入队列，而不是添加新的线程。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无法将任务加入到队列中，则创建新的线程。若此时线程数超过</a:t>
            </a:r>
            <a:r>
              <a:rPr lang="en-US" altLang="zh-CN" dirty="0" err="1" smtClean="0"/>
              <a:t>maximumPoolSize</a:t>
            </a:r>
            <a:r>
              <a:rPr lang="zh-CN" altLang="en-US" dirty="0" smtClean="0"/>
              <a:t>，任务将被拒绝。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对于无界队列来说，任务总是可以被加入到队列中的。那么此时将永远不会创建新的线程。</a:t>
            </a:r>
            <a:endParaRPr lang="en-US" altLang="zh-CN" dirty="0" smtClean="0"/>
          </a:p>
        </p:txBody>
      </p:sp>
      <p:sp>
        <p:nvSpPr>
          <p:cNvPr id="10" name="TextBox 4"/>
          <p:cNvSpPr txBox="1"/>
          <p:nvPr/>
        </p:nvSpPr>
        <p:spPr>
          <a:xfrm>
            <a:off x="395536" y="2341378"/>
            <a:ext cx="8326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所有</a:t>
            </a:r>
            <a:r>
              <a:rPr lang="en-US" altLang="zh-CN" dirty="0" err="1"/>
              <a:t>corePoolSize</a:t>
            </a:r>
            <a:r>
              <a:rPr lang="en-US" altLang="zh-CN" dirty="0"/>
              <a:t> </a:t>
            </a:r>
            <a:r>
              <a:rPr lang="zh-CN" altLang="en-US" dirty="0"/>
              <a:t>线程都忙时新任务在队列中等待</a:t>
            </a:r>
            <a:endParaRPr lang="en-US" altLang="zh-CN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3001012"/>
            <a:ext cx="5419048" cy="647619"/>
          </a:xfrm>
          <a:prstGeom prst="rect">
            <a:avLst/>
          </a:prstGeom>
        </p:spPr>
      </p:pic>
      <p:sp>
        <p:nvSpPr>
          <p:cNvPr id="11" name="TextBox 4"/>
          <p:cNvSpPr txBox="1"/>
          <p:nvPr/>
        </p:nvSpPr>
        <p:spPr>
          <a:xfrm>
            <a:off x="395536" y="3463965"/>
            <a:ext cx="8326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使用无界队列时，需要防止任务的疯长。若任务的执行时间太长，而添加任务的速度远远超过处理任务的速度，而且还在不断增加，内存将会耗尽。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01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lvl="0"/>
            <a:r>
              <a:rPr lang="zh-CN" altLang="en-US" dirty="0" smtClean="0"/>
              <a:t>常用队列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683568" y="1598420"/>
            <a:ext cx="64087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有界队列策略</a:t>
            </a:r>
            <a:r>
              <a:rPr lang="en-US" altLang="zh-CN" dirty="0" err="1"/>
              <a:t>ArrayBlockingQueue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308287" y="3933056"/>
            <a:ext cx="83261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假设所有的任务都无法执行完成。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新来的任务</a:t>
            </a:r>
            <a:r>
              <a:rPr lang="en-US" altLang="zh-CN" dirty="0" smtClean="0"/>
              <a:t>A</a:t>
            </a:r>
            <a:r>
              <a:rPr lang="zh-CN" altLang="en-US" dirty="0" smtClean="0"/>
              <a:t>、</a:t>
            </a:r>
            <a:r>
              <a:rPr lang="en-US" altLang="zh-CN" dirty="0" smtClean="0"/>
              <a:t>B</a:t>
            </a:r>
            <a:r>
              <a:rPr lang="zh-CN" altLang="en-US" dirty="0" smtClean="0"/>
              <a:t>将会直接创建新的线程执行。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再来任务</a:t>
            </a:r>
            <a:r>
              <a:rPr lang="en-US" altLang="zh-CN" dirty="0" smtClean="0"/>
              <a:t>C</a:t>
            </a:r>
            <a:r>
              <a:rPr lang="zh-CN" altLang="en-US" dirty="0" smtClean="0"/>
              <a:t>、</a:t>
            </a:r>
            <a:r>
              <a:rPr lang="en-US" altLang="zh-CN" dirty="0" smtClean="0"/>
              <a:t>D</a:t>
            </a:r>
            <a:r>
              <a:rPr lang="zh-CN" altLang="en-US" dirty="0" smtClean="0"/>
              <a:t>，则将会被放在队列中。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如果再来任务</a:t>
            </a:r>
            <a:r>
              <a:rPr lang="en-US" altLang="zh-CN" dirty="0" smtClean="0"/>
              <a:t>E</a:t>
            </a:r>
            <a:r>
              <a:rPr lang="zh-CN" altLang="en-US" dirty="0" smtClean="0"/>
              <a:t>、</a:t>
            </a:r>
            <a:r>
              <a:rPr lang="en-US" altLang="zh-CN" dirty="0" smtClean="0"/>
              <a:t>F</a:t>
            </a:r>
            <a:r>
              <a:rPr lang="zh-CN" altLang="en-US" dirty="0" smtClean="0"/>
              <a:t>，则增加新的线程执行。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此时如果再有新的任务加入，则队列无法接受、线程数也达到最大限制，此时将会执行拒绝策略。</a:t>
            </a:r>
            <a:endParaRPr lang="en-US" altLang="zh-CN" dirty="0" smtClean="0"/>
          </a:p>
        </p:txBody>
      </p:sp>
      <p:sp>
        <p:nvSpPr>
          <p:cNvPr id="10" name="TextBox 4"/>
          <p:cNvSpPr txBox="1"/>
          <p:nvPr/>
        </p:nvSpPr>
        <p:spPr>
          <a:xfrm>
            <a:off x="395536" y="2341378"/>
            <a:ext cx="8326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有界的</a:t>
            </a:r>
            <a:r>
              <a:rPr lang="en-US" altLang="zh-CN" dirty="0" err="1" smtClean="0"/>
              <a:t>maximumPoolSizes</a:t>
            </a:r>
            <a:r>
              <a:rPr lang="zh-CN" altLang="en-US" dirty="0" smtClean="0"/>
              <a:t>，可以有助于防止资源耗尽。</a:t>
            </a: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3083788"/>
            <a:ext cx="6933333" cy="47619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9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zh-CN" altLang="en-US" dirty="0" smtClean="0"/>
              <a:t>拒绝策略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574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3586211736"/>
              </p:ext>
            </p:extLst>
          </p:nvPr>
        </p:nvGraphicFramePr>
        <p:xfrm>
          <a:off x="539552" y="1340768"/>
          <a:ext cx="6864424" cy="4768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370" y="1959918"/>
            <a:ext cx="6276190" cy="352380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6846" y="1887003"/>
            <a:ext cx="5885714" cy="33619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5417" y="1551667"/>
            <a:ext cx="6257143" cy="473333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62597" y="1772816"/>
            <a:ext cx="6114286" cy="449523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2523" y="1648908"/>
            <a:ext cx="6266667" cy="360000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483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altLang="zh-CN" dirty="0" smtClean="0"/>
              <a:t>Fork/Join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矩形 24"/>
          <p:cNvSpPr/>
          <p:nvPr/>
        </p:nvSpPr>
        <p:spPr>
          <a:xfrm>
            <a:off x="1115616" y="2780928"/>
            <a:ext cx="6408712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应用场景：如果一个应用程序能够被分解成多个子任务，而且结合多个子任务的结果就能够得到最终的答案，那么它就适合使用</a:t>
            </a:r>
            <a:r>
              <a:rPr lang="en-US" altLang="zh-CN" dirty="0"/>
              <a:t>FORK/JOIN</a:t>
            </a:r>
            <a:r>
              <a:rPr lang="zh-CN" altLang="en-US" dirty="0"/>
              <a:t>模式来实现。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48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res.infoq.com/articles/fork-join-introduction/zh/resources/2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904875"/>
            <a:ext cx="5972175" cy="595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标题 2"/>
          <p:cNvSpPr txBox="1">
            <a:spLocks/>
          </p:cNvSpPr>
          <p:nvPr/>
        </p:nvSpPr>
        <p:spPr>
          <a:xfrm>
            <a:off x="179512" y="188640"/>
            <a:ext cx="4474840" cy="75860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Fork/Join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213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altLang="zh-CN" dirty="0"/>
              <a:t>Fork/Join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1043608" y="1556792"/>
            <a:ext cx="64087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工作窃取算法：</a:t>
            </a:r>
            <a:r>
              <a:rPr lang="zh-CN" altLang="en-US" dirty="0" smtClean="0"/>
              <a:t>某个线程从其他队列</a:t>
            </a:r>
            <a:r>
              <a:rPr lang="zh-CN" altLang="en-US" dirty="0"/>
              <a:t>里窃取任务来执行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770" y="2420888"/>
            <a:ext cx="7418388" cy="427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213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altLang="zh-CN" dirty="0" smtClean="0"/>
              <a:t>Fork/Join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308287" y="1621183"/>
            <a:ext cx="7590805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dirty="0"/>
              <a:t>ForkJoinTask：我们要使用ForkJoin框架，必须首先创建一个ForkJoin任务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TextBox 4"/>
          <p:cNvSpPr txBox="1"/>
          <p:nvPr/>
        </p:nvSpPr>
        <p:spPr>
          <a:xfrm>
            <a:off x="308287" y="2276872"/>
            <a:ext cx="8326126" cy="1157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zh-CN" sz="2400" dirty="0"/>
              <a:t>Fork/Join框架提供了以下两个子类： </a:t>
            </a:r>
          </a:p>
          <a:p>
            <a:pPr>
              <a:lnSpc>
                <a:spcPct val="80000"/>
              </a:lnSpc>
            </a:pPr>
            <a:endParaRPr lang="zh-CN" altLang="zh-CN" sz="2400" dirty="0"/>
          </a:p>
          <a:p>
            <a:pPr lvl="1">
              <a:lnSpc>
                <a:spcPct val="80000"/>
              </a:lnSpc>
            </a:pPr>
            <a:r>
              <a:rPr lang="zh-CN" altLang="zh-CN" sz="1900" dirty="0"/>
              <a:t>RecursiveAction：用于没有返回结果的任务。 </a:t>
            </a:r>
          </a:p>
          <a:p>
            <a:pPr lvl="1">
              <a:lnSpc>
                <a:spcPct val="80000"/>
              </a:lnSpc>
            </a:pPr>
            <a:r>
              <a:rPr lang="zh-CN" altLang="zh-CN" sz="1900" dirty="0"/>
              <a:t>RecursiveTask ：用于有返回结果的任务</a:t>
            </a:r>
            <a:endParaRPr lang="en-US" altLang="zh-CN" dirty="0" smtClean="0"/>
          </a:p>
        </p:txBody>
      </p:sp>
      <p:sp>
        <p:nvSpPr>
          <p:cNvPr id="13" name="TextBox 4"/>
          <p:cNvSpPr txBox="1"/>
          <p:nvPr/>
        </p:nvSpPr>
        <p:spPr>
          <a:xfrm>
            <a:off x="308287" y="3573016"/>
            <a:ext cx="8326126" cy="594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900" dirty="0" smtClean="0"/>
              <a:t>Fork</a:t>
            </a:r>
            <a:r>
              <a:rPr lang="zh-CN" altLang="en-US" sz="1900" dirty="0" smtClean="0"/>
              <a:t>：调用</a:t>
            </a:r>
            <a:r>
              <a:rPr lang="en-US" altLang="zh-CN" sz="1900" dirty="0" smtClean="0"/>
              <a:t>fork</a:t>
            </a:r>
            <a:r>
              <a:rPr lang="zh-CN" altLang="en-US" sz="1900" dirty="0" smtClean="0"/>
              <a:t>方法时，</a:t>
            </a:r>
            <a:r>
              <a:rPr lang="zh-CN" altLang="en-US" sz="2000" dirty="0"/>
              <a:t>程序会调用ForkJoinWorkerThread的pushTask方法异步的执行这个任务，然后立即返回结果</a:t>
            </a:r>
            <a:r>
              <a:rPr lang="zh-CN" altLang="zh-CN" sz="1900" dirty="0" smtClean="0"/>
              <a:t>。</a:t>
            </a:r>
            <a:endParaRPr lang="en-US" altLang="zh-CN" sz="1900" dirty="0" smtClean="0"/>
          </a:p>
        </p:txBody>
      </p:sp>
      <p:sp>
        <p:nvSpPr>
          <p:cNvPr id="17" name="TextBox 4"/>
          <p:cNvSpPr txBox="1"/>
          <p:nvPr/>
        </p:nvSpPr>
        <p:spPr>
          <a:xfrm>
            <a:off x="308287" y="4228653"/>
            <a:ext cx="8326126" cy="579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2000" dirty="0" smtClean="0"/>
              <a:t>pushTask方法</a:t>
            </a:r>
            <a:r>
              <a:rPr lang="zh-CN" altLang="en-US" sz="1900" dirty="0" smtClean="0"/>
              <a:t>将任务添加到队列中，调用</a:t>
            </a:r>
            <a:r>
              <a:rPr lang="en-US" altLang="zh-CN" sz="1900" dirty="0" err="1" smtClean="0"/>
              <a:t>signalWork</a:t>
            </a:r>
            <a:r>
              <a:rPr lang="zh-CN" altLang="en-US" sz="1900" dirty="0" smtClean="0"/>
              <a:t>方法唤醒或创建线程来执行任务</a:t>
            </a:r>
            <a:endParaRPr lang="en-US" altLang="zh-CN" sz="1900" dirty="0" smtClean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2565" y="4869160"/>
            <a:ext cx="4438095" cy="1152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2778" y="4629429"/>
            <a:ext cx="6057143" cy="2228571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229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altLang="zh-CN" dirty="0" smtClean="0"/>
              <a:t>Fork/Join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323528" y="1844824"/>
            <a:ext cx="7590805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dirty="0"/>
              <a:t>ForkJoinPool ：ForkJoinTask需要通过ForkJoinPool来执行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TextBox 4"/>
          <p:cNvSpPr txBox="1"/>
          <p:nvPr/>
        </p:nvSpPr>
        <p:spPr>
          <a:xfrm>
            <a:off x="243078" y="2736645"/>
            <a:ext cx="832612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C0000"/>
                </a:solidFill>
              </a:rPr>
              <a:t>submit</a:t>
            </a:r>
            <a:r>
              <a:rPr lang="zh-CN" altLang="en-US" sz="2000" dirty="0"/>
              <a:t>：异步的执行Task，并且在任务结束后，可以</a:t>
            </a:r>
            <a:r>
              <a:rPr lang="zh-CN" altLang="en-US" sz="2000" dirty="0" smtClean="0"/>
              <a:t>使用</a:t>
            </a:r>
            <a:r>
              <a:rPr lang="en-US" altLang="zh-CN" sz="2000" dirty="0" err="1" smtClean="0"/>
              <a:t>task.get</a:t>
            </a:r>
            <a:r>
              <a:rPr lang="en-US" altLang="zh-CN" sz="2000" dirty="0" smtClean="0"/>
              <a:t>()</a:t>
            </a:r>
            <a:r>
              <a:rPr lang="zh-CN" altLang="en-US" sz="2000" dirty="0" smtClean="0"/>
              <a:t>方法</a:t>
            </a:r>
            <a:r>
              <a:rPr lang="zh-CN" altLang="en-US" sz="2000" dirty="0"/>
              <a:t>获取返回值；在获取返回值之前，可能需要使用如 isQuiescent () 方法判断当前任务的执行结果。</a:t>
            </a:r>
          </a:p>
          <a:p>
            <a:r>
              <a:rPr lang="zh-CN" altLang="en-US" sz="2000" dirty="0">
                <a:solidFill>
                  <a:srgbClr val="CC0000"/>
                </a:solidFill>
              </a:rPr>
              <a:t>execute</a:t>
            </a:r>
            <a:r>
              <a:rPr lang="zh-CN" altLang="en-US" sz="2000" dirty="0"/>
              <a:t>：同submit类似，但是不带返回值</a:t>
            </a:r>
          </a:p>
          <a:p>
            <a:r>
              <a:rPr lang="zh-CN" altLang="en-US" sz="2000" dirty="0">
                <a:solidFill>
                  <a:srgbClr val="CC0000"/>
                </a:solidFill>
              </a:rPr>
              <a:t>invoke</a:t>
            </a:r>
            <a:r>
              <a:rPr lang="zh-CN" altLang="en-US" sz="2000" dirty="0"/>
              <a:t>：同submit类似，但是是同步的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zh-CN" altLang="en-US" sz="2000" dirty="0" smtClean="0">
                <a:solidFill>
                  <a:srgbClr val="CC0000"/>
                </a:solidFill>
              </a:rPr>
              <a:t>shutdown</a:t>
            </a:r>
            <a:r>
              <a:rPr lang="zh-CN" altLang="en-US" sz="2000" dirty="0"/>
              <a:t>()：执行此方法之后，ForkJoinPool 不再接受新的任务，但是已经提交的任务可以继续执行。如果希望立刻停止所有的任务，可以尝试 shutdownNow() 方法</a:t>
            </a:r>
          </a:p>
          <a:p>
            <a:r>
              <a:rPr lang="zh-CN" altLang="en-US" sz="2000" dirty="0">
                <a:solidFill>
                  <a:srgbClr val="CC0000"/>
                </a:solidFill>
              </a:rPr>
              <a:t>awaitTermination</a:t>
            </a:r>
            <a:r>
              <a:rPr lang="zh-CN" altLang="en-US" sz="2000" dirty="0"/>
              <a:t>()：阻塞当前线程直到 ForkJoinPool 中所有的任务都执行结束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468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altLang="zh-CN" dirty="0" smtClean="0"/>
              <a:t>Actor</a:t>
            </a:r>
            <a:r>
              <a:rPr lang="zh-CN" altLang="en-US" dirty="0" smtClean="0"/>
              <a:t>模型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40</a:t>
            </a:fld>
            <a:endParaRPr lang="zh-CN" altLang="en-US"/>
          </a:p>
        </p:txBody>
      </p:sp>
      <p:pic>
        <p:nvPicPr>
          <p:cNvPr id="4100" name="Picture 4" descr="http://www.toptal.com/uploads/blog/image/321/toptal-blog-image-139510584679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285874"/>
            <a:ext cx="5905500" cy="5572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6804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altLang="zh-CN" dirty="0" smtClean="0"/>
              <a:t>Actor</a:t>
            </a:r>
            <a:r>
              <a:rPr lang="zh-CN" altLang="en-US" dirty="0" smtClean="0"/>
              <a:t>模型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2050" name="Picture 2" descr="http://upload-images.jianshu.io/upload_images/551828-f51e7dbdfa779431.png?imageMogr2/auto-orient/strip%7CimageView2/2/w/124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892300"/>
            <a:ext cx="57531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463352" y="5984582"/>
            <a:ext cx="6089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http://blog.csdn.net/gulianchao/article/details/7249117</a:t>
            </a:r>
          </a:p>
        </p:txBody>
      </p:sp>
    </p:spTree>
    <p:extLst>
      <p:ext uri="{BB962C8B-B14F-4D97-AF65-F5344CB8AC3E}">
        <p14:creationId xmlns:p14="http://schemas.microsoft.com/office/powerpoint/2010/main" val="36502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altLang="zh-CN" dirty="0" smtClean="0"/>
              <a:t>Actor</a:t>
            </a:r>
            <a:r>
              <a:rPr lang="zh-CN" altLang="en-US" dirty="0" smtClean="0"/>
              <a:t>模型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23528" y="1844824"/>
            <a:ext cx="7590805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消息系统：线程间通讯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3528" y="3178944"/>
            <a:ext cx="7590805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并发：同时收到多条消息，进入队列，顺序处理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23528" y="4430115"/>
            <a:ext cx="7590805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容错：某</a:t>
            </a:r>
            <a:r>
              <a:rPr lang="en-US" altLang="zh-CN" dirty="0" smtClean="0"/>
              <a:t>actor</a:t>
            </a:r>
            <a:r>
              <a:rPr lang="zh-CN" altLang="en-US" dirty="0" smtClean="0"/>
              <a:t>挂了，将会随时创建新的</a:t>
            </a:r>
            <a:r>
              <a:rPr lang="en-US" altLang="zh-CN" dirty="0" smtClean="0"/>
              <a:t>actor</a:t>
            </a:r>
            <a:r>
              <a:rPr lang="zh-CN" altLang="en-US" dirty="0" smtClean="0"/>
              <a:t>进行处理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8423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altLang="zh-CN" dirty="0" smtClean="0"/>
              <a:t>Actor</a:t>
            </a:r>
            <a:r>
              <a:rPr lang="zh-CN" altLang="en-US" dirty="0" smtClean="0"/>
              <a:t>调度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23528" y="1844824"/>
            <a:ext cx="7590805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基于线程调度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3528" y="3430972"/>
            <a:ext cx="7590805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基于事件调度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467545" y="2492896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为每一个</a:t>
            </a:r>
            <a:r>
              <a:rPr lang="en-US" altLang="zh-CN" dirty="0" smtClean="0"/>
              <a:t>Actor</a:t>
            </a:r>
            <a:r>
              <a:rPr lang="zh-CN" altLang="en-US" dirty="0" smtClean="0"/>
              <a:t>分配一个线程，在接收一个消息时，如果当前</a:t>
            </a:r>
            <a:r>
              <a:rPr lang="en-US" altLang="zh-CN" dirty="0" smtClean="0"/>
              <a:t>Actor</a:t>
            </a:r>
            <a:r>
              <a:rPr lang="zh-CN" altLang="en-US" dirty="0" smtClean="0"/>
              <a:t>的邮箱为空，则会阻塞当前线程。</a:t>
            </a:r>
            <a:endParaRPr lang="en-US" altLang="zh-CN" dirty="0" smtClean="0"/>
          </a:p>
        </p:txBody>
      </p:sp>
      <p:sp>
        <p:nvSpPr>
          <p:cNvPr id="11" name="TextBox 4"/>
          <p:cNvSpPr txBox="1"/>
          <p:nvPr/>
        </p:nvSpPr>
        <p:spPr>
          <a:xfrm>
            <a:off x="461330" y="4176192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当一个消息或事件出发</a:t>
            </a:r>
            <a:r>
              <a:rPr lang="en-US" altLang="zh-CN" dirty="0" smtClean="0"/>
              <a:t>/</a:t>
            </a:r>
            <a:r>
              <a:rPr lang="zh-CN" altLang="en-US" dirty="0" smtClean="0"/>
              <a:t>到来时，才会为此</a:t>
            </a:r>
            <a:r>
              <a:rPr lang="en-US" altLang="zh-CN" dirty="0" smtClean="0"/>
              <a:t>Actor</a:t>
            </a:r>
            <a:r>
              <a:rPr lang="zh-CN" altLang="en-US" dirty="0" smtClean="0"/>
              <a:t>分配线程并执行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81906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altLang="zh-CN" dirty="0" smtClean="0"/>
              <a:t>Actor</a:t>
            </a:r>
            <a:r>
              <a:rPr lang="zh-CN" altLang="en-US" dirty="0" smtClean="0"/>
              <a:t>模型特点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23528" y="1844824"/>
            <a:ext cx="7590805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：隔离计算实体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3528" y="2618931"/>
            <a:ext cx="7590805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Share Nothing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23528" y="3391805"/>
            <a:ext cx="7590805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：纯异步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23528" y="4243013"/>
            <a:ext cx="7590805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：消息传递，基于事件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23527" y="5017120"/>
            <a:ext cx="7590805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：消息不可变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39552" y="5805264"/>
            <a:ext cx="17554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https://akka.io/</a:t>
            </a:r>
          </a:p>
        </p:txBody>
      </p:sp>
    </p:spTree>
    <p:extLst>
      <p:ext uri="{BB962C8B-B14F-4D97-AF65-F5344CB8AC3E}">
        <p14:creationId xmlns:p14="http://schemas.microsoft.com/office/powerpoint/2010/main" val="147013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3078" y="438150"/>
            <a:ext cx="4474840" cy="75860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altLang="zh-CN" dirty="0" smtClean="0"/>
              <a:t>Spring</a:t>
            </a:r>
            <a:r>
              <a:rPr lang="zh-CN" altLang="en-US" dirty="0" smtClean="0"/>
              <a:t>线程安全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03" y="1334191"/>
            <a:ext cx="6419048" cy="5523809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>
          <a:xfrm>
            <a:off x="4860032" y="2998924"/>
            <a:ext cx="2952328" cy="1368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使用同步工具同步</a:t>
            </a:r>
            <a:r>
              <a:rPr lang="en-US" altLang="zh-CN" dirty="0" smtClean="0"/>
              <a:t>Map</a:t>
            </a:r>
          </a:p>
          <a:p>
            <a:pPr algn="ctr"/>
            <a:r>
              <a:rPr lang="zh-CN" altLang="en-US" dirty="0" smtClean="0"/>
              <a:t>定义</a:t>
            </a:r>
            <a:r>
              <a:rPr lang="en-US" altLang="zh-CN" dirty="0" err="1" smtClean="0"/>
              <a:t>ThreadLocal</a:t>
            </a:r>
            <a:r>
              <a:rPr lang="zh-CN" altLang="en-US" dirty="0" smtClean="0"/>
              <a:t>存放</a:t>
            </a:r>
            <a:r>
              <a:rPr lang="en-US" altLang="zh-CN" dirty="0" smtClean="0"/>
              <a:t>Map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6169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0"/>
            <a:ext cx="200501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60" y="2708920"/>
            <a:ext cx="8229600" cy="1143000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altLang="zh-CN" dirty="0" smtClean="0"/>
              <a:t>Thanks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443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跋涉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复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19125</TotalTime>
  <Words>1995</Words>
  <Application>Microsoft Office PowerPoint</Application>
  <PresentationFormat>全屏显示(4:3)</PresentationFormat>
  <Paragraphs>307</Paragraphs>
  <Slides>46</Slides>
  <Notes>45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9" baseType="lpstr">
      <vt:lpstr>Arial Unicode MS</vt:lpstr>
      <vt:lpstr>黑体</vt:lpstr>
      <vt:lpstr>华文黑体</vt:lpstr>
      <vt:lpstr>华文楷体</vt:lpstr>
      <vt:lpstr>隶书</vt:lpstr>
      <vt:lpstr>宋体</vt:lpstr>
      <vt:lpstr>微软雅黑</vt:lpstr>
      <vt:lpstr>Arial</vt:lpstr>
      <vt:lpstr>Calibri</vt:lpstr>
      <vt:lpstr>Franklin Gothic Book</vt:lpstr>
      <vt:lpstr>Franklin Gothic Medium</vt:lpstr>
      <vt:lpstr>Verdana</vt:lpstr>
      <vt:lpstr>Office 主题</vt:lpstr>
      <vt:lpstr>并发编程</vt:lpstr>
      <vt:lpstr>目录</vt:lpstr>
      <vt:lpstr>一个小问题</vt:lpstr>
      <vt:lpstr>实现并发编程的方式</vt:lpstr>
      <vt:lpstr>单线程</vt:lpstr>
      <vt:lpstr>多线程</vt:lpstr>
      <vt:lpstr>线程池</vt:lpstr>
      <vt:lpstr>Fork/Join</vt:lpstr>
      <vt:lpstr>锁</vt:lpstr>
      <vt:lpstr>Synchronized</vt:lpstr>
      <vt:lpstr>Synchronized静态方法1</vt:lpstr>
      <vt:lpstr>Synchronized静态方法2</vt:lpstr>
      <vt:lpstr>Synchronized非静态方法1</vt:lpstr>
      <vt:lpstr>Synchronized非静态方法2</vt:lpstr>
      <vt:lpstr>Synchronized块1</vt:lpstr>
      <vt:lpstr>Synchronized块2</vt:lpstr>
      <vt:lpstr>Synchronized块3</vt:lpstr>
      <vt:lpstr>Synchronized块4</vt:lpstr>
      <vt:lpstr>重入锁ReentrantLock</vt:lpstr>
      <vt:lpstr>重入锁ReentrantLock</vt:lpstr>
      <vt:lpstr>重入锁ReentrantLock</vt:lpstr>
      <vt:lpstr>ReentrantReadWriteLock</vt:lpstr>
      <vt:lpstr>ReentrantReadWriteLock</vt:lpstr>
      <vt:lpstr>常用原子操作类</vt:lpstr>
      <vt:lpstr>Volatile</vt:lpstr>
      <vt:lpstr>线程池</vt:lpstr>
      <vt:lpstr>newFixedThreadPool</vt:lpstr>
      <vt:lpstr>newSingleThreadExecutor</vt:lpstr>
      <vt:lpstr>newCachedThreadPool</vt:lpstr>
      <vt:lpstr>newSingleThreadScheduledExecutor</vt:lpstr>
      <vt:lpstr>常用队列</vt:lpstr>
      <vt:lpstr>常用队列</vt:lpstr>
      <vt:lpstr>常用队列</vt:lpstr>
      <vt:lpstr>拒绝策略</vt:lpstr>
      <vt:lpstr>Fork/Join</vt:lpstr>
      <vt:lpstr>PowerPoint 演示文稿</vt:lpstr>
      <vt:lpstr>Fork/Join</vt:lpstr>
      <vt:lpstr>Fork/Join</vt:lpstr>
      <vt:lpstr>Fork/Join</vt:lpstr>
      <vt:lpstr>Actor模型</vt:lpstr>
      <vt:lpstr>Actor模型</vt:lpstr>
      <vt:lpstr>Actor模型</vt:lpstr>
      <vt:lpstr>Actor调度</vt:lpstr>
      <vt:lpstr>Actor模型特点</vt:lpstr>
      <vt:lpstr>Spring线程安全</vt:lpstr>
      <vt:lpstr>Thanks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Storm原理及应用</dc:title>
  <dc:creator>陈磊</dc:creator>
  <cp:lastModifiedBy>代超</cp:lastModifiedBy>
  <cp:revision>753</cp:revision>
  <dcterms:created xsi:type="dcterms:W3CDTF">2017-09-25T01:39:17Z</dcterms:created>
  <dcterms:modified xsi:type="dcterms:W3CDTF">2017-12-08T08:33:17Z</dcterms:modified>
</cp:coreProperties>
</file>