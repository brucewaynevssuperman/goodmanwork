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41" r:id="rId4"/>
    <p:sldId id="347" r:id="rId5"/>
    <p:sldId id="348" r:id="rId6"/>
    <p:sldId id="346" r:id="rId7"/>
    <p:sldId id="353" r:id="rId8"/>
    <p:sldId id="349" r:id="rId9"/>
    <p:sldId id="350" r:id="rId10"/>
    <p:sldId id="351" r:id="rId11"/>
    <p:sldId id="352" r:id="rId12"/>
    <p:sldId id="354" r:id="rId13"/>
    <p:sldId id="276" r:id="rId14"/>
  </p:sldIdLst>
  <p:sldSz cx="12190413" cy="684053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B8"/>
    <a:srgbClr val="009ED6"/>
    <a:srgbClr val="88E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15" autoAdjust="0"/>
  </p:normalViewPr>
  <p:slideViewPr>
    <p:cSldViewPr>
      <p:cViewPr varScale="1">
        <p:scale>
          <a:sx n="50" d="100"/>
          <a:sy n="50" d="100"/>
        </p:scale>
        <p:origin x="-82" y="-149"/>
      </p:cViewPr>
      <p:guideLst>
        <p:guide orient="horz" pos="2154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1163A-2D27-4ACC-9273-13E73CED2A3F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685800"/>
            <a:ext cx="6108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64E0C-8B64-4036-B2BC-04C59079E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6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25001"/>
            <a:ext cx="10361851" cy="146628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76305"/>
            <a:ext cx="8533289" cy="1748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395679"/>
            <a:ext cx="10361851" cy="135860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899312"/>
            <a:ext cx="10361851" cy="149636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596126"/>
            <a:ext cx="5384099" cy="4514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596126"/>
            <a:ext cx="5384099" cy="4514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1204"/>
            <a:ext cx="5386216" cy="6381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69337"/>
            <a:ext cx="5386216" cy="39412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1204"/>
            <a:ext cx="5388332" cy="6381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69337"/>
            <a:ext cx="5388332" cy="39412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2355"/>
            <a:ext cx="4010562" cy="115909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2355"/>
            <a:ext cx="6814779" cy="583821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1446"/>
            <a:ext cx="4010562" cy="46791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788377"/>
            <a:ext cx="7314248" cy="56529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1215"/>
            <a:ext cx="7314248" cy="41043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53671"/>
            <a:ext cx="7314248" cy="8028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3939"/>
            <a:ext cx="2742843" cy="583662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3939"/>
            <a:ext cx="8025355" cy="583662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3939"/>
            <a:ext cx="10971372" cy="1140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96126"/>
            <a:ext cx="10971372" cy="4514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40166"/>
            <a:ext cx="284443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2019-7-15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40166"/>
            <a:ext cx="3860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40166"/>
            <a:ext cx="284443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itrdm.midea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jenkins.midea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7382" y="2988221"/>
            <a:ext cx="12207796" cy="690932"/>
          </a:xfrm>
          <a:solidFill>
            <a:schemeClr val="tx2">
              <a:lumMod val="75000"/>
            </a:schemeClr>
          </a:solidFill>
          <a:ln>
            <a:solidFill>
              <a:srgbClr val="002060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项目管理流程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19172" y="6005957"/>
            <a:ext cx="4117373" cy="527118"/>
          </a:xfrm>
        </p:spPr>
        <p:txBody>
          <a:bodyPr>
            <a:normAutofit/>
          </a:bodyPr>
          <a:lstStyle/>
          <a:p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彭雪波</a:t>
            </a:r>
            <a:r>
              <a:rPr lang="en-US" altLang="zh-CN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2019-07-12</a:t>
            </a:r>
            <a:endParaRPr lang="zh-CN" altLang="en-US" sz="16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5588437" y="3738604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3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588437" y="4533806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4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588437" y="2938679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3291772" y="1119790"/>
            <a:ext cx="1424422" cy="7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3128155" y="1911897"/>
            <a:ext cx="1902118" cy="4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8"/>
          <p:cNvSpPr>
            <a:spLocks noChangeArrowheads="1"/>
          </p:cNvSpPr>
          <p:nvPr/>
        </p:nvSpPr>
        <p:spPr bwMode="auto">
          <a:xfrm>
            <a:off x="5749303" y="2951808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2</a:t>
            </a:r>
          </a:p>
        </p:txBody>
      </p:sp>
      <p:sp>
        <p:nvSpPr>
          <p:cNvPr id="16" name="文本框 22"/>
          <p:cNvSpPr>
            <a:spLocks noChangeArrowheads="1"/>
          </p:cNvSpPr>
          <p:nvPr/>
        </p:nvSpPr>
        <p:spPr bwMode="auto">
          <a:xfrm>
            <a:off x="6640904" y="2896877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zh-CN" sz="2800" b="1" smtClean="0">
                <a:ea typeface="微软雅黑" pitchFamily="34" charset="-122"/>
                <a:sym typeface="Tahoma" pitchFamily="34" charset="0"/>
              </a:rPr>
              <a:t>SVN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7" name="文本框 22"/>
          <p:cNvSpPr>
            <a:spLocks noChangeArrowheads="1"/>
          </p:cNvSpPr>
          <p:nvPr/>
        </p:nvSpPr>
        <p:spPr bwMode="auto">
          <a:xfrm>
            <a:off x="6640903" y="3709931"/>
            <a:ext cx="2548467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zh-CN" sz="2800" b="1" smtClean="0">
                <a:ea typeface="微软雅黑" pitchFamily="34" charset="-122"/>
                <a:sym typeface="Tahoma" pitchFamily="34" charset="0"/>
              </a:rPr>
              <a:t>Jenkins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8" name="文本框 22"/>
          <p:cNvSpPr>
            <a:spLocks noChangeArrowheads="1"/>
          </p:cNvSpPr>
          <p:nvPr/>
        </p:nvSpPr>
        <p:spPr bwMode="auto">
          <a:xfrm>
            <a:off x="6640904" y="4522477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800" b="1" smtClean="0">
                <a:ea typeface="微软雅黑" pitchFamily="34" charset="-122"/>
                <a:sym typeface="Tahoma" pitchFamily="34" charset="0"/>
              </a:rPr>
              <a:t>ITSM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1" name="文本框 22"/>
          <p:cNvSpPr>
            <a:spLocks noChangeArrowheads="1"/>
          </p:cNvSpPr>
          <p:nvPr/>
        </p:nvSpPr>
        <p:spPr bwMode="auto">
          <a:xfrm>
            <a:off x="6643084" y="2124125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zh-CN" sz="2800" b="1" smtClean="0">
                <a:ea typeface="微软雅黑" pitchFamily="34" charset="-122"/>
                <a:sym typeface="Tahoma" pitchFamily="34" charset="0"/>
              </a:rPr>
              <a:t>ITRDM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591150" y="2196133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3" name="文本框 18"/>
          <p:cNvSpPr>
            <a:spLocks noChangeArrowheads="1"/>
          </p:cNvSpPr>
          <p:nvPr/>
        </p:nvSpPr>
        <p:spPr bwMode="auto">
          <a:xfrm>
            <a:off x="5752016" y="2209262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1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5591150" y="5364485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5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4" name="文本框 22"/>
          <p:cNvSpPr>
            <a:spLocks noChangeArrowheads="1"/>
          </p:cNvSpPr>
          <p:nvPr/>
        </p:nvSpPr>
        <p:spPr bwMode="auto">
          <a:xfrm>
            <a:off x="6649271" y="5347141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雅典娜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614822" y="6156573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6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7" name="文本框 22"/>
          <p:cNvSpPr>
            <a:spLocks noChangeArrowheads="1"/>
          </p:cNvSpPr>
          <p:nvPr/>
        </p:nvSpPr>
        <p:spPr bwMode="auto">
          <a:xfrm>
            <a:off x="6649271" y="6156573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堡垒机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ITRDM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82638" y="1345338"/>
            <a:ext cx="5783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项目管理系统，从需求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开发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测试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上线，管理项目的生命周期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7808" y="13145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224" y="2555974"/>
            <a:ext cx="83013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、需求：普通需求、缺陷（产品、业务、开发）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、开发：填写项目工作日报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、测试：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SIT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测试（系统集成测试）：测试人员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      	BUG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的生命周期：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测试提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、开发负责解决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、测试关闭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BUG</a:t>
            </a: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	2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UAT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测试（用户验收测试）：产品、技术、业务人员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、上线</a:t>
            </a:r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675" y="24121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91" y="50044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224" y="5004445"/>
            <a:ext cx="31024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地址：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  <a:hlinkClick r:id="rId4"/>
              </a:rPr>
              <a:t>http://itrdm.midea.com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登录：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MIP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账号和密码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操作：</a:t>
            </a:r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）填写工作日报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）解决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BUG</a:t>
            </a:r>
          </a:p>
        </p:txBody>
      </p:sp>
    </p:spTree>
    <p:extLst>
      <p:ext uri="{BB962C8B-B14F-4D97-AF65-F5344CB8AC3E}">
        <p14:creationId xmlns:p14="http://schemas.microsoft.com/office/powerpoint/2010/main" val="57935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ITRDM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52091" y="11160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224" y="1116013"/>
            <a:ext cx="64604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工作日报填写要点：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）、尽量每天填写工作完成度（完成度总的是百分比，不是当天的）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）、工作内容尽量写详细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缺陷管理：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）尽量当天确认并及时修复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09" y="2772197"/>
            <a:ext cx="9286875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1" y="3636293"/>
            <a:ext cx="11118850" cy="302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58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6" y="1915139"/>
            <a:ext cx="4730750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SVN-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版本控制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系统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82638" y="1345338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代码、文档版本管理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7808" y="13145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675" y="24121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结构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094" y="2412156"/>
            <a:ext cx="7353300" cy="36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919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SVN-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版本控制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系统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808" y="131456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交付件及责任人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20" y="1980109"/>
            <a:ext cx="8048625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270" y="1065709"/>
            <a:ext cx="6400800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219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SVN-</a:t>
            </a: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版本控制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系统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808" y="13145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注意事项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4686" y="1415655"/>
            <a:ext cx="379302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、先更新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update</a:t>
            </a: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、解决冲突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、再提交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commit</a:t>
            </a:r>
          </a:p>
          <a:p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提交前注意：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、文档改动要写修订记录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、要写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有效备注（能够展示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关键信息）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72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Jenkins-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持续集成管理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808" y="13145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638" y="1345338"/>
            <a:ext cx="2911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项目打包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测试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质量检测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部署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svn-maven-sonar-shell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50" y="21961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638" y="2196133"/>
            <a:ext cx="34291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地址：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  <a:hlinkClick r:id="rId4"/>
              </a:rPr>
              <a:t>http://jenkins.midea.com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登录：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MIP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账号和密码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操作：直接演示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申请：发邮件，找吴泽才</a:t>
            </a:r>
            <a:r>
              <a:rPr lang="en-US" altLang="zh-CN" sz="1600"/>
              <a:t>wuzc5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开通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48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ITSM-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集团系统管理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808" y="13145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638" y="134533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提工单、发版流程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550" y="21961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638" y="2196133"/>
            <a:ext cx="2989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地址：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http://itsm.midea.com</a:t>
            </a: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登录：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MIP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账号和密码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操作：直接演示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9466" y="349227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注意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537" y="3492277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至少提前半天提流程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98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雅典娜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美的智能化运维平台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808" y="13145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638" y="1345338"/>
            <a:ext cx="2852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服务器资源、</a:t>
            </a:r>
            <a:r>
              <a:rPr lang="zh-CN" altLang="en-US" sz="1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数据库执行申请</a:t>
            </a:r>
            <a:endParaRPr lang="en-US" altLang="zh-CN" sz="16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应用监控</a:t>
            </a:r>
            <a:r>
              <a:rPr lang="en-US" altLang="zh-CN" sz="1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6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阿格斯</a:t>
            </a:r>
            <a:endParaRPr lang="en-US" altLang="zh-CN" sz="16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大数据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550" y="21961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638" y="2196133"/>
            <a:ext cx="30476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地址：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http://gaea.midea.com</a:t>
            </a: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登录：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MIP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账号和密码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操作：直接演示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88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堡垒机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808" y="13145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638" y="1345338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查看生产日志、数据库信息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550" y="21961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638" y="2196133"/>
            <a:ext cx="341022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地址：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https://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fortress.midea.com</a:t>
            </a:r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登录：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MIP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账号和密码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操作：直接演示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申请：贾磊</a:t>
            </a:r>
            <a:r>
              <a:rPr lang="en-US" altLang="zh-CN" sz="1600"/>
              <a:t>jialei2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73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紧急发布平台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7808" y="13145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638" y="134533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发版传包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550" y="21961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638" y="2196133"/>
            <a:ext cx="4052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600" u="sng"/>
              <a:t>http://10.16.31.179:8080/user/center/</a:t>
            </a:r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登录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：找玲姐</a:t>
            </a:r>
            <a:endParaRPr lang="en-US" altLang="zh-CN" sz="16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213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989321"/>
            <a:ext cx="12190413" cy="690932"/>
          </a:xfrm>
          <a:solidFill>
            <a:schemeClr val="accent1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hanks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10781</TotalTime>
  <Words>380</Words>
  <Application>Microsoft Office PowerPoint</Application>
  <PresentationFormat>自定义</PresentationFormat>
  <Paragraphs>112</Paragraphs>
  <Slides>13</Slides>
  <Notes>12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项目管理流程</vt:lpstr>
      <vt:lpstr>PowerPoint 演示文稿</vt:lpstr>
      <vt:lpstr>ITRDM</vt:lpstr>
      <vt:lpstr>ITRDM</vt:lpstr>
      <vt:lpstr>SVN-版本控制系统</vt:lpstr>
      <vt:lpstr>SVN-版本控制系统</vt:lpstr>
      <vt:lpstr>SVN-版本控制系统</vt:lpstr>
      <vt:lpstr>Jenkins-持续集成管理</vt:lpstr>
      <vt:lpstr>ITSM-集团系统管理</vt:lpstr>
      <vt:lpstr>雅典娜-美的智能化运维平台</vt:lpstr>
      <vt:lpstr>堡垒机</vt:lpstr>
      <vt:lpstr>紧急发布平台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服务器编程模型</dc:title>
  <dc:creator>彭雪波</dc:creator>
  <cp:lastModifiedBy>彭雪波</cp:lastModifiedBy>
  <cp:revision>501</cp:revision>
  <dcterms:created xsi:type="dcterms:W3CDTF">2017-09-21T09:27:00Z</dcterms:created>
  <dcterms:modified xsi:type="dcterms:W3CDTF">2019-07-15T11:20:00Z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