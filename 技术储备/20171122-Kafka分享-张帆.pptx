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8" r:id="rId3"/>
    <p:sldId id="259" r:id="rId4"/>
    <p:sldId id="262" r:id="rId5"/>
    <p:sldId id="268" r:id="rId6"/>
    <p:sldId id="271" r:id="rId7"/>
    <p:sldId id="272" r:id="rId8"/>
    <p:sldId id="263" r:id="rId9"/>
    <p:sldId id="264" r:id="rId10"/>
    <p:sldId id="265" r:id="rId11"/>
    <p:sldId id="266" r:id="rId12"/>
    <p:sldId id="267" r:id="rId13"/>
    <p:sldId id="273" r:id="rId14"/>
    <p:sldId id="274" r:id="rId15"/>
    <p:sldId id="276" r:id="rId16"/>
    <p:sldId id="277" r:id="rId17"/>
    <p:sldId id="278" r:id="rId18"/>
    <p:sldId id="280" r:id="rId19"/>
    <p:sldId id="281" r:id="rId20"/>
    <p:sldId id="282" r:id="rId21"/>
    <p:sldId id="283" r:id="rId22"/>
    <p:sldId id="284" r:id="rId23"/>
    <p:sldId id="285" r:id="rId24"/>
    <p:sldId id="286" r:id="rId25"/>
    <p:sldId id="287" r:id="rId26"/>
    <p:sldId id="288" r:id="rId27"/>
    <p:sldId id="289"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2" autoAdjust="0"/>
    <p:restoredTop sz="94727" autoAdjust="0"/>
  </p:normalViewPr>
  <p:slideViewPr>
    <p:cSldViewPr>
      <p:cViewPr varScale="1">
        <p:scale>
          <a:sx n="104" d="100"/>
          <a:sy n="104" d="100"/>
        </p:scale>
        <p:origin x="-12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1" Type="http://schemas.openxmlformats.org/officeDocument/2006/relationships/image" Target="../media/image3.png"/></Relationships>
</file>

<file path=ppt/diagrams/_rels/drawing2.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77DDEC-502C-4261-BB9A-99EC0BB2BFCC}"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zh-CN" altLang="en-US"/>
        </a:p>
      </dgm:t>
    </dgm:pt>
    <dgm:pt modelId="{307B0355-7BC3-4C37-A203-079A3C3F6614}">
      <dgm:prSet phldrT="[文本]"/>
      <dgm:spPr/>
      <dgm:t>
        <a:bodyPr/>
        <a:lstStyle/>
        <a:p>
          <a:r>
            <a:rPr lang="en-US" altLang="zh-CN" dirty="0" smtClean="0"/>
            <a:t>2</a:t>
          </a:r>
          <a:r>
            <a:rPr lang="zh-CN" altLang="en-US" dirty="0" smtClean="0"/>
            <a:t>、</a:t>
          </a:r>
          <a:r>
            <a:rPr lang="en-US" altLang="zh-CN" dirty="0" smtClean="0"/>
            <a:t>Kafka</a:t>
          </a:r>
          <a:r>
            <a:rPr lang="zh-CN" altLang="en-US" dirty="0" smtClean="0"/>
            <a:t>设计原理</a:t>
          </a:r>
          <a:endParaRPr lang="zh-CN" altLang="en-US" dirty="0"/>
        </a:p>
      </dgm:t>
    </dgm:pt>
    <dgm:pt modelId="{85B1B3B1-3D8D-46FE-AD85-758570DF86BE}" type="parTrans" cxnId="{6FE0DDBA-6158-4A54-9A24-07124439B017}">
      <dgm:prSet/>
      <dgm:spPr/>
      <dgm:t>
        <a:bodyPr/>
        <a:lstStyle/>
        <a:p>
          <a:endParaRPr lang="zh-CN" altLang="en-US"/>
        </a:p>
      </dgm:t>
    </dgm:pt>
    <dgm:pt modelId="{EF918857-9F24-4F11-A8A0-0518635F00AD}" type="sibTrans" cxnId="{6FE0DDBA-6158-4A54-9A24-07124439B017}">
      <dgm:prSet/>
      <dgm:spPr/>
      <dgm:t>
        <a:bodyPr/>
        <a:lstStyle/>
        <a:p>
          <a:endParaRPr lang="zh-CN" altLang="en-US"/>
        </a:p>
      </dgm:t>
    </dgm:pt>
    <dgm:pt modelId="{34E22613-2FF9-454D-AA70-8C305A1175AE}">
      <dgm:prSet phldrT="[文本]"/>
      <dgm:spPr/>
      <dgm:t>
        <a:bodyPr/>
        <a:lstStyle/>
        <a:p>
          <a:r>
            <a:rPr lang="en-US" altLang="zh-CN" dirty="0" smtClean="0"/>
            <a:t>3</a:t>
          </a:r>
          <a:r>
            <a:rPr lang="zh-CN" altLang="en-US" dirty="0" smtClean="0"/>
            <a:t>、</a:t>
          </a:r>
          <a:r>
            <a:rPr lang="en-US" altLang="zh-CN" dirty="0" smtClean="0"/>
            <a:t>Kafka</a:t>
          </a:r>
          <a:r>
            <a:rPr lang="zh-CN" altLang="en-US" dirty="0" smtClean="0"/>
            <a:t>消息队列</a:t>
          </a:r>
          <a:endParaRPr lang="en-US" altLang="zh-CN" dirty="0" smtClean="0"/>
        </a:p>
      </dgm:t>
    </dgm:pt>
    <dgm:pt modelId="{A03A043E-6046-4632-A3FE-82CD576CF270}" type="parTrans" cxnId="{30FB2CB0-A7A8-4E8A-BDFF-306EEB3CD0B5}">
      <dgm:prSet/>
      <dgm:spPr/>
      <dgm:t>
        <a:bodyPr/>
        <a:lstStyle/>
        <a:p>
          <a:endParaRPr lang="zh-CN" altLang="en-US"/>
        </a:p>
      </dgm:t>
    </dgm:pt>
    <dgm:pt modelId="{DBE7DC73-4E02-43A9-8C6F-91CC2C2B0222}" type="sibTrans" cxnId="{30FB2CB0-A7A8-4E8A-BDFF-306EEB3CD0B5}">
      <dgm:prSet/>
      <dgm:spPr/>
      <dgm:t>
        <a:bodyPr/>
        <a:lstStyle/>
        <a:p>
          <a:endParaRPr lang="zh-CN" altLang="en-US"/>
        </a:p>
      </dgm:t>
    </dgm:pt>
    <dgm:pt modelId="{C8153F31-9C23-4402-8EC3-5A9C99F395BD}">
      <dgm:prSet phldrT="[文本]"/>
      <dgm:spPr/>
      <dgm:t>
        <a:bodyPr/>
        <a:lstStyle/>
        <a:p>
          <a:r>
            <a:rPr lang="en-US" altLang="zh-CN" dirty="0" smtClean="0"/>
            <a:t>4</a:t>
          </a:r>
          <a:r>
            <a:rPr lang="zh-CN" altLang="en-US" dirty="0" smtClean="0"/>
            <a:t>、</a:t>
          </a:r>
          <a:r>
            <a:rPr lang="en-US" altLang="zh-CN" dirty="0" smtClean="0"/>
            <a:t>ELK</a:t>
          </a:r>
          <a:r>
            <a:rPr lang="zh-CN" altLang="en-US" dirty="0" smtClean="0"/>
            <a:t>结合</a:t>
          </a:r>
          <a:r>
            <a:rPr lang="en-US" altLang="zh-CN" dirty="0" smtClean="0"/>
            <a:t>Kafka</a:t>
          </a:r>
        </a:p>
      </dgm:t>
    </dgm:pt>
    <dgm:pt modelId="{C92CAD41-7C82-4161-929B-8B6CE4E381A8}" type="parTrans" cxnId="{22898F5B-E02D-4E82-B1CE-9A6631028327}">
      <dgm:prSet/>
      <dgm:spPr/>
      <dgm:t>
        <a:bodyPr/>
        <a:lstStyle/>
        <a:p>
          <a:endParaRPr lang="zh-CN" altLang="en-US"/>
        </a:p>
      </dgm:t>
    </dgm:pt>
    <dgm:pt modelId="{0AD61BC0-A29A-4FEB-8287-6DB0AE18ECDE}" type="sibTrans" cxnId="{22898F5B-E02D-4E82-B1CE-9A6631028327}">
      <dgm:prSet/>
      <dgm:spPr/>
      <dgm:t>
        <a:bodyPr/>
        <a:lstStyle/>
        <a:p>
          <a:endParaRPr lang="zh-CN" altLang="en-US"/>
        </a:p>
      </dgm:t>
    </dgm:pt>
    <dgm:pt modelId="{15969F5F-735D-4C75-A66D-5862BA7E4C1F}">
      <dgm:prSet phldrT="[文本]"/>
      <dgm:spPr/>
      <dgm:t>
        <a:bodyPr/>
        <a:lstStyle/>
        <a:p>
          <a:r>
            <a:rPr lang="en-US" altLang="zh-CN" dirty="0" smtClean="0"/>
            <a:t>1</a:t>
          </a:r>
          <a:r>
            <a:rPr lang="zh-CN" altLang="en-US" dirty="0" smtClean="0"/>
            <a:t>、</a:t>
          </a:r>
          <a:r>
            <a:rPr lang="en-US" altLang="zh-CN" dirty="0" smtClean="0"/>
            <a:t>Kafka</a:t>
          </a:r>
          <a:r>
            <a:rPr lang="zh-CN" altLang="en-US" dirty="0" smtClean="0"/>
            <a:t>简介</a:t>
          </a:r>
          <a:endParaRPr lang="zh-CN" altLang="en-US" dirty="0"/>
        </a:p>
      </dgm:t>
    </dgm:pt>
    <dgm:pt modelId="{B7E82F4D-EE35-4FA7-BC6E-D827F29A49EE}" type="parTrans" cxnId="{EE1F29D3-D2C1-4BE5-9241-FDFFD209CCB1}">
      <dgm:prSet/>
      <dgm:spPr/>
      <dgm:t>
        <a:bodyPr/>
        <a:lstStyle/>
        <a:p>
          <a:endParaRPr lang="zh-CN" altLang="en-US"/>
        </a:p>
      </dgm:t>
    </dgm:pt>
    <dgm:pt modelId="{EFAB3FC9-653E-40EB-982C-9073719AF9D9}" type="sibTrans" cxnId="{EE1F29D3-D2C1-4BE5-9241-FDFFD209CCB1}">
      <dgm:prSet/>
      <dgm:spPr/>
      <dgm:t>
        <a:bodyPr/>
        <a:lstStyle/>
        <a:p>
          <a:endParaRPr lang="zh-CN" altLang="en-US"/>
        </a:p>
      </dgm:t>
    </dgm:pt>
    <dgm:pt modelId="{141D8399-147A-47A7-955A-9215955BA266}">
      <dgm:prSet phldrT="[文本]"/>
      <dgm:spPr/>
      <dgm:t>
        <a:bodyPr/>
        <a:lstStyle/>
        <a:p>
          <a:r>
            <a:rPr lang="en-US" altLang="zh-CN" dirty="0" smtClean="0"/>
            <a:t>5</a:t>
          </a:r>
          <a:r>
            <a:rPr lang="zh-CN" altLang="en-US" dirty="0" smtClean="0"/>
            <a:t>、</a:t>
          </a:r>
          <a:r>
            <a:rPr lang="en-US" altLang="zh-CN" dirty="0" smtClean="0"/>
            <a:t>Kafka</a:t>
          </a:r>
          <a:r>
            <a:rPr lang="zh-CN" altLang="en-US" dirty="0" smtClean="0"/>
            <a:t>配置</a:t>
          </a:r>
          <a:endParaRPr lang="en-US" altLang="zh-CN" dirty="0" smtClean="0"/>
        </a:p>
      </dgm:t>
    </dgm:pt>
    <dgm:pt modelId="{3811E81F-9752-4897-9E99-98F3A0D3448F}" type="parTrans" cxnId="{52FAA0BF-B5E7-49BB-8029-FF21D2047E5D}">
      <dgm:prSet/>
      <dgm:spPr/>
      <dgm:t>
        <a:bodyPr/>
        <a:lstStyle/>
        <a:p>
          <a:endParaRPr lang="zh-CN" altLang="en-US"/>
        </a:p>
      </dgm:t>
    </dgm:pt>
    <dgm:pt modelId="{C916E786-B04A-4FEB-88A1-322FC471BCCA}" type="sibTrans" cxnId="{52FAA0BF-B5E7-49BB-8029-FF21D2047E5D}">
      <dgm:prSet/>
      <dgm:spPr/>
      <dgm:t>
        <a:bodyPr/>
        <a:lstStyle/>
        <a:p>
          <a:endParaRPr lang="zh-CN" altLang="en-US"/>
        </a:p>
      </dgm:t>
    </dgm:pt>
    <dgm:pt modelId="{F2C78E01-6E8B-4D35-AC16-1A18C141EEE9}" type="pres">
      <dgm:prSet presAssocID="{2977DDEC-502C-4261-BB9A-99EC0BB2BFCC}" presName="linear" presStyleCnt="0">
        <dgm:presLayoutVars>
          <dgm:dir/>
          <dgm:animLvl val="lvl"/>
          <dgm:resizeHandles val="exact"/>
        </dgm:presLayoutVars>
      </dgm:prSet>
      <dgm:spPr/>
      <dgm:t>
        <a:bodyPr/>
        <a:lstStyle/>
        <a:p>
          <a:endParaRPr lang="zh-CN" altLang="en-US"/>
        </a:p>
      </dgm:t>
    </dgm:pt>
    <dgm:pt modelId="{1882A56C-841C-46D0-80BF-F708D59AE0D3}" type="pres">
      <dgm:prSet presAssocID="{15969F5F-735D-4C75-A66D-5862BA7E4C1F}" presName="parentLin" presStyleCnt="0"/>
      <dgm:spPr/>
    </dgm:pt>
    <dgm:pt modelId="{12A0AB29-116A-419D-BB79-D71030411527}" type="pres">
      <dgm:prSet presAssocID="{15969F5F-735D-4C75-A66D-5862BA7E4C1F}" presName="parentLeftMargin" presStyleLbl="node1" presStyleIdx="0" presStyleCnt="5"/>
      <dgm:spPr/>
      <dgm:t>
        <a:bodyPr/>
        <a:lstStyle/>
        <a:p>
          <a:endParaRPr lang="zh-CN" altLang="en-US"/>
        </a:p>
      </dgm:t>
    </dgm:pt>
    <dgm:pt modelId="{92E89D3A-3459-47AC-9FAE-C17BBA63E962}" type="pres">
      <dgm:prSet presAssocID="{15969F5F-735D-4C75-A66D-5862BA7E4C1F}" presName="parentText" presStyleLbl="node1" presStyleIdx="0" presStyleCnt="5">
        <dgm:presLayoutVars>
          <dgm:chMax val="0"/>
          <dgm:bulletEnabled val="1"/>
        </dgm:presLayoutVars>
      </dgm:prSet>
      <dgm:spPr/>
      <dgm:t>
        <a:bodyPr/>
        <a:lstStyle/>
        <a:p>
          <a:endParaRPr lang="zh-CN" altLang="en-US"/>
        </a:p>
      </dgm:t>
    </dgm:pt>
    <dgm:pt modelId="{B4BD068E-CDF2-428F-A47C-E7BBC6EA39EF}" type="pres">
      <dgm:prSet presAssocID="{15969F5F-735D-4C75-A66D-5862BA7E4C1F}" presName="negativeSpace" presStyleCnt="0"/>
      <dgm:spPr/>
    </dgm:pt>
    <dgm:pt modelId="{1106C14A-EB50-4AB5-BCF8-0B6C39AA3343}" type="pres">
      <dgm:prSet presAssocID="{15969F5F-735D-4C75-A66D-5862BA7E4C1F}" presName="childText" presStyleLbl="conFgAcc1" presStyleIdx="0" presStyleCnt="5">
        <dgm:presLayoutVars>
          <dgm:bulletEnabled val="1"/>
        </dgm:presLayoutVars>
      </dgm:prSet>
      <dgm:spPr/>
    </dgm:pt>
    <dgm:pt modelId="{3C33D810-E56E-4250-A221-B49EBD76066E}" type="pres">
      <dgm:prSet presAssocID="{EFAB3FC9-653E-40EB-982C-9073719AF9D9}" presName="spaceBetweenRectangles" presStyleCnt="0"/>
      <dgm:spPr/>
    </dgm:pt>
    <dgm:pt modelId="{B6425B6D-12B5-4712-ACBF-C2113ABCE374}" type="pres">
      <dgm:prSet presAssocID="{307B0355-7BC3-4C37-A203-079A3C3F6614}" presName="parentLin" presStyleCnt="0"/>
      <dgm:spPr/>
      <dgm:t>
        <a:bodyPr/>
        <a:lstStyle/>
        <a:p>
          <a:endParaRPr lang="zh-CN" altLang="en-US"/>
        </a:p>
      </dgm:t>
    </dgm:pt>
    <dgm:pt modelId="{709AE6A8-055B-454A-A02B-E4E7F729DD91}" type="pres">
      <dgm:prSet presAssocID="{307B0355-7BC3-4C37-A203-079A3C3F6614}" presName="parentLeftMargin" presStyleLbl="node1" presStyleIdx="0" presStyleCnt="5"/>
      <dgm:spPr/>
      <dgm:t>
        <a:bodyPr/>
        <a:lstStyle/>
        <a:p>
          <a:endParaRPr lang="zh-CN" altLang="en-US"/>
        </a:p>
      </dgm:t>
    </dgm:pt>
    <dgm:pt modelId="{DDEB2F94-4AE3-4A2A-A8DB-C41E6397E24C}" type="pres">
      <dgm:prSet presAssocID="{307B0355-7BC3-4C37-A203-079A3C3F6614}" presName="parentText" presStyleLbl="node1" presStyleIdx="1" presStyleCnt="5">
        <dgm:presLayoutVars>
          <dgm:chMax val="0"/>
          <dgm:bulletEnabled val="1"/>
        </dgm:presLayoutVars>
      </dgm:prSet>
      <dgm:spPr/>
      <dgm:t>
        <a:bodyPr/>
        <a:lstStyle/>
        <a:p>
          <a:endParaRPr lang="zh-CN" altLang="en-US"/>
        </a:p>
      </dgm:t>
    </dgm:pt>
    <dgm:pt modelId="{8D8B4526-03FC-44C2-92EB-4F8B9A53AD7A}" type="pres">
      <dgm:prSet presAssocID="{307B0355-7BC3-4C37-A203-079A3C3F6614}" presName="negativeSpace" presStyleCnt="0"/>
      <dgm:spPr/>
      <dgm:t>
        <a:bodyPr/>
        <a:lstStyle/>
        <a:p>
          <a:endParaRPr lang="zh-CN" altLang="en-US"/>
        </a:p>
      </dgm:t>
    </dgm:pt>
    <dgm:pt modelId="{301F4945-2654-4892-BCC5-36B2F510A36D}" type="pres">
      <dgm:prSet presAssocID="{307B0355-7BC3-4C37-A203-079A3C3F6614}" presName="childText" presStyleLbl="conFgAcc1" presStyleIdx="1" presStyleCnt="5">
        <dgm:presLayoutVars>
          <dgm:bulletEnabled val="1"/>
        </dgm:presLayoutVars>
      </dgm:prSet>
      <dgm:spPr/>
      <dgm:t>
        <a:bodyPr/>
        <a:lstStyle/>
        <a:p>
          <a:endParaRPr lang="zh-CN" altLang="en-US"/>
        </a:p>
      </dgm:t>
    </dgm:pt>
    <dgm:pt modelId="{81F9261B-CCAA-45DE-A83A-C9AF614264FF}" type="pres">
      <dgm:prSet presAssocID="{EF918857-9F24-4F11-A8A0-0518635F00AD}" presName="spaceBetweenRectangles" presStyleCnt="0"/>
      <dgm:spPr/>
      <dgm:t>
        <a:bodyPr/>
        <a:lstStyle/>
        <a:p>
          <a:endParaRPr lang="zh-CN" altLang="en-US"/>
        </a:p>
      </dgm:t>
    </dgm:pt>
    <dgm:pt modelId="{2E975587-64D0-4CDE-BEC2-2F534F0FD0A6}" type="pres">
      <dgm:prSet presAssocID="{34E22613-2FF9-454D-AA70-8C305A1175AE}" presName="parentLin" presStyleCnt="0"/>
      <dgm:spPr/>
      <dgm:t>
        <a:bodyPr/>
        <a:lstStyle/>
        <a:p>
          <a:endParaRPr lang="zh-CN" altLang="en-US"/>
        </a:p>
      </dgm:t>
    </dgm:pt>
    <dgm:pt modelId="{7F40D748-1CDA-407C-85EB-796D3E835CDE}" type="pres">
      <dgm:prSet presAssocID="{34E22613-2FF9-454D-AA70-8C305A1175AE}" presName="parentLeftMargin" presStyleLbl="node1" presStyleIdx="1" presStyleCnt="5"/>
      <dgm:spPr/>
      <dgm:t>
        <a:bodyPr/>
        <a:lstStyle/>
        <a:p>
          <a:endParaRPr lang="zh-CN" altLang="en-US"/>
        </a:p>
      </dgm:t>
    </dgm:pt>
    <dgm:pt modelId="{EC4A9B96-4D67-4CE2-90A8-00BFC23CB23C}" type="pres">
      <dgm:prSet presAssocID="{34E22613-2FF9-454D-AA70-8C305A1175AE}" presName="parentText" presStyleLbl="node1" presStyleIdx="2" presStyleCnt="5">
        <dgm:presLayoutVars>
          <dgm:chMax val="0"/>
          <dgm:bulletEnabled val="1"/>
        </dgm:presLayoutVars>
      </dgm:prSet>
      <dgm:spPr/>
      <dgm:t>
        <a:bodyPr/>
        <a:lstStyle/>
        <a:p>
          <a:endParaRPr lang="zh-CN" altLang="en-US"/>
        </a:p>
      </dgm:t>
    </dgm:pt>
    <dgm:pt modelId="{54824492-B292-4FC3-B425-710C13C7B6CB}" type="pres">
      <dgm:prSet presAssocID="{34E22613-2FF9-454D-AA70-8C305A1175AE}" presName="negativeSpace" presStyleCnt="0"/>
      <dgm:spPr/>
      <dgm:t>
        <a:bodyPr/>
        <a:lstStyle/>
        <a:p>
          <a:endParaRPr lang="zh-CN" altLang="en-US"/>
        </a:p>
      </dgm:t>
    </dgm:pt>
    <dgm:pt modelId="{E4930568-3823-40A6-AC2F-3C381F375821}" type="pres">
      <dgm:prSet presAssocID="{34E22613-2FF9-454D-AA70-8C305A1175AE}" presName="childText" presStyleLbl="conFgAcc1" presStyleIdx="2" presStyleCnt="5">
        <dgm:presLayoutVars>
          <dgm:bulletEnabled val="1"/>
        </dgm:presLayoutVars>
      </dgm:prSet>
      <dgm:spPr/>
      <dgm:t>
        <a:bodyPr/>
        <a:lstStyle/>
        <a:p>
          <a:endParaRPr lang="zh-CN" altLang="en-US"/>
        </a:p>
      </dgm:t>
    </dgm:pt>
    <dgm:pt modelId="{38F4D514-2E13-48C3-A7C7-2D7F8234C712}" type="pres">
      <dgm:prSet presAssocID="{DBE7DC73-4E02-43A9-8C6F-91CC2C2B0222}" presName="spaceBetweenRectangles" presStyleCnt="0"/>
      <dgm:spPr/>
      <dgm:t>
        <a:bodyPr/>
        <a:lstStyle/>
        <a:p>
          <a:endParaRPr lang="zh-CN" altLang="en-US"/>
        </a:p>
      </dgm:t>
    </dgm:pt>
    <dgm:pt modelId="{3CD2CC81-824D-417D-A4B8-924583567884}" type="pres">
      <dgm:prSet presAssocID="{C8153F31-9C23-4402-8EC3-5A9C99F395BD}" presName="parentLin" presStyleCnt="0"/>
      <dgm:spPr/>
      <dgm:t>
        <a:bodyPr/>
        <a:lstStyle/>
        <a:p>
          <a:endParaRPr lang="zh-CN" altLang="en-US"/>
        </a:p>
      </dgm:t>
    </dgm:pt>
    <dgm:pt modelId="{BCD3BE21-1031-4664-AD7C-759CA2C4FBB0}" type="pres">
      <dgm:prSet presAssocID="{C8153F31-9C23-4402-8EC3-5A9C99F395BD}" presName="parentLeftMargin" presStyleLbl="node1" presStyleIdx="2" presStyleCnt="5"/>
      <dgm:spPr/>
      <dgm:t>
        <a:bodyPr/>
        <a:lstStyle/>
        <a:p>
          <a:endParaRPr lang="zh-CN" altLang="en-US"/>
        </a:p>
      </dgm:t>
    </dgm:pt>
    <dgm:pt modelId="{6E35DFD0-695C-4837-A5D6-5E9C82906376}" type="pres">
      <dgm:prSet presAssocID="{C8153F31-9C23-4402-8EC3-5A9C99F395BD}" presName="parentText" presStyleLbl="node1" presStyleIdx="3" presStyleCnt="5">
        <dgm:presLayoutVars>
          <dgm:chMax val="0"/>
          <dgm:bulletEnabled val="1"/>
        </dgm:presLayoutVars>
      </dgm:prSet>
      <dgm:spPr/>
      <dgm:t>
        <a:bodyPr/>
        <a:lstStyle/>
        <a:p>
          <a:endParaRPr lang="zh-CN" altLang="en-US"/>
        </a:p>
      </dgm:t>
    </dgm:pt>
    <dgm:pt modelId="{BFA52608-3C9B-48A3-87CE-6BF991E7A90A}" type="pres">
      <dgm:prSet presAssocID="{C8153F31-9C23-4402-8EC3-5A9C99F395BD}" presName="negativeSpace" presStyleCnt="0"/>
      <dgm:spPr/>
      <dgm:t>
        <a:bodyPr/>
        <a:lstStyle/>
        <a:p>
          <a:endParaRPr lang="zh-CN" altLang="en-US"/>
        </a:p>
      </dgm:t>
    </dgm:pt>
    <dgm:pt modelId="{428F2347-651C-48C0-8AFF-5F832016A4FD}" type="pres">
      <dgm:prSet presAssocID="{C8153F31-9C23-4402-8EC3-5A9C99F395BD}" presName="childText" presStyleLbl="conFgAcc1" presStyleIdx="3" presStyleCnt="5">
        <dgm:presLayoutVars>
          <dgm:bulletEnabled val="1"/>
        </dgm:presLayoutVars>
      </dgm:prSet>
      <dgm:spPr/>
      <dgm:t>
        <a:bodyPr/>
        <a:lstStyle/>
        <a:p>
          <a:endParaRPr lang="zh-CN" altLang="en-US"/>
        </a:p>
      </dgm:t>
    </dgm:pt>
    <dgm:pt modelId="{57049F91-16EF-4F4A-82F9-521865388DAB}" type="pres">
      <dgm:prSet presAssocID="{0AD61BC0-A29A-4FEB-8287-6DB0AE18ECDE}" presName="spaceBetweenRectangles" presStyleCnt="0"/>
      <dgm:spPr/>
    </dgm:pt>
    <dgm:pt modelId="{E751EACA-FD50-4610-A8DA-13462B4C5409}" type="pres">
      <dgm:prSet presAssocID="{141D8399-147A-47A7-955A-9215955BA266}" presName="parentLin" presStyleCnt="0"/>
      <dgm:spPr/>
    </dgm:pt>
    <dgm:pt modelId="{B499E96E-F6BB-4BD9-87CF-C9AE5456E05B}" type="pres">
      <dgm:prSet presAssocID="{141D8399-147A-47A7-955A-9215955BA266}" presName="parentLeftMargin" presStyleLbl="node1" presStyleIdx="3" presStyleCnt="5"/>
      <dgm:spPr/>
      <dgm:t>
        <a:bodyPr/>
        <a:lstStyle/>
        <a:p>
          <a:endParaRPr lang="zh-CN" altLang="en-US"/>
        </a:p>
      </dgm:t>
    </dgm:pt>
    <dgm:pt modelId="{D5CC9258-5C54-4E07-88F9-B73A46853506}" type="pres">
      <dgm:prSet presAssocID="{141D8399-147A-47A7-955A-9215955BA266}" presName="parentText" presStyleLbl="node1" presStyleIdx="4" presStyleCnt="5">
        <dgm:presLayoutVars>
          <dgm:chMax val="0"/>
          <dgm:bulletEnabled val="1"/>
        </dgm:presLayoutVars>
      </dgm:prSet>
      <dgm:spPr/>
      <dgm:t>
        <a:bodyPr/>
        <a:lstStyle/>
        <a:p>
          <a:endParaRPr lang="zh-CN" altLang="en-US"/>
        </a:p>
      </dgm:t>
    </dgm:pt>
    <dgm:pt modelId="{855E39B2-1F79-422B-A87E-DE1CA95E478B}" type="pres">
      <dgm:prSet presAssocID="{141D8399-147A-47A7-955A-9215955BA266}" presName="negativeSpace" presStyleCnt="0"/>
      <dgm:spPr/>
    </dgm:pt>
    <dgm:pt modelId="{B03B41D6-CE44-4544-9473-6D2530814174}" type="pres">
      <dgm:prSet presAssocID="{141D8399-147A-47A7-955A-9215955BA266}" presName="childText" presStyleLbl="conFgAcc1" presStyleIdx="4" presStyleCnt="5">
        <dgm:presLayoutVars>
          <dgm:bulletEnabled val="1"/>
        </dgm:presLayoutVars>
      </dgm:prSet>
      <dgm:spPr/>
    </dgm:pt>
  </dgm:ptLst>
  <dgm:cxnLst>
    <dgm:cxn modelId="{52FAA0BF-B5E7-49BB-8029-FF21D2047E5D}" srcId="{2977DDEC-502C-4261-BB9A-99EC0BB2BFCC}" destId="{141D8399-147A-47A7-955A-9215955BA266}" srcOrd="4" destOrd="0" parTransId="{3811E81F-9752-4897-9E99-98F3A0D3448F}" sibTransId="{C916E786-B04A-4FEB-88A1-322FC471BCCA}"/>
    <dgm:cxn modelId="{6B8E11C0-B125-44D4-9DE2-F5AF9AEB8D4D}" type="presOf" srcId="{34E22613-2FF9-454D-AA70-8C305A1175AE}" destId="{EC4A9B96-4D67-4CE2-90A8-00BFC23CB23C}" srcOrd="1" destOrd="0" presId="urn:microsoft.com/office/officeart/2005/8/layout/list1"/>
    <dgm:cxn modelId="{A93534BB-B233-43C4-AD53-526A5EBA8B27}" type="presOf" srcId="{141D8399-147A-47A7-955A-9215955BA266}" destId="{D5CC9258-5C54-4E07-88F9-B73A46853506}" srcOrd="1" destOrd="0" presId="urn:microsoft.com/office/officeart/2005/8/layout/list1"/>
    <dgm:cxn modelId="{9E091A12-6324-4527-A291-EBA61EB633B2}" type="presOf" srcId="{15969F5F-735D-4C75-A66D-5862BA7E4C1F}" destId="{12A0AB29-116A-419D-BB79-D71030411527}" srcOrd="0" destOrd="0" presId="urn:microsoft.com/office/officeart/2005/8/layout/list1"/>
    <dgm:cxn modelId="{22898F5B-E02D-4E82-B1CE-9A6631028327}" srcId="{2977DDEC-502C-4261-BB9A-99EC0BB2BFCC}" destId="{C8153F31-9C23-4402-8EC3-5A9C99F395BD}" srcOrd="3" destOrd="0" parTransId="{C92CAD41-7C82-4161-929B-8B6CE4E381A8}" sibTransId="{0AD61BC0-A29A-4FEB-8287-6DB0AE18ECDE}"/>
    <dgm:cxn modelId="{EE1F29D3-D2C1-4BE5-9241-FDFFD209CCB1}" srcId="{2977DDEC-502C-4261-BB9A-99EC0BB2BFCC}" destId="{15969F5F-735D-4C75-A66D-5862BA7E4C1F}" srcOrd="0" destOrd="0" parTransId="{B7E82F4D-EE35-4FA7-BC6E-D827F29A49EE}" sibTransId="{EFAB3FC9-653E-40EB-982C-9073719AF9D9}"/>
    <dgm:cxn modelId="{952CA503-62FB-4971-B3FC-D3E01D22AD94}" type="presOf" srcId="{C8153F31-9C23-4402-8EC3-5A9C99F395BD}" destId="{6E35DFD0-695C-4837-A5D6-5E9C82906376}" srcOrd="1" destOrd="0" presId="urn:microsoft.com/office/officeart/2005/8/layout/list1"/>
    <dgm:cxn modelId="{6FE0DDBA-6158-4A54-9A24-07124439B017}" srcId="{2977DDEC-502C-4261-BB9A-99EC0BB2BFCC}" destId="{307B0355-7BC3-4C37-A203-079A3C3F6614}" srcOrd="1" destOrd="0" parTransId="{85B1B3B1-3D8D-46FE-AD85-758570DF86BE}" sibTransId="{EF918857-9F24-4F11-A8A0-0518635F00AD}"/>
    <dgm:cxn modelId="{89A67275-ABC8-45E8-965F-275F71365BBF}" type="presOf" srcId="{307B0355-7BC3-4C37-A203-079A3C3F6614}" destId="{709AE6A8-055B-454A-A02B-E4E7F729DD91}" srcOrd="0" destOrd="0" presId="urn:microsoft.com/office/officeart/2005/8/layout/list1"/>
    <dgm:cxn modelId="{4B8047D4-03D3-48A5-B457-0E1A186CA0CA}" type="presOf" srcId="{C8153F31-9C23-4402-8EC3-5A9C99F395BD}" destId="{BCD3BE21-1031-4664-AD7C-759CA2C4FBB0}" srcOrd="0" destOrd="0" presId="urn:microsoft.com/office/officeart/2005/8/layout/list1"/>
    <dgm:cxn modelId="{857AE7D5-9419-469B-BFB5-3814256779A4}" type="presOf" srcId="{307B0355-7BC3-4C37-A203-079A3C3F6614}" destId="{DDEB2F94-4AE3-4A2A-A8DB-C41E6397E24C}" srcOrd="1" destOrd="0" presId="urn:microsoft.com/office/officeart/2005/8/layout/list1"/>
    <dgm:cxn modelId="{4FE9E960-E230-45DB-B843-9B1E67FEB77E}" type="presOf" srcId="{141D8399-147A-47A7-955A-9215955BA266}" destId="{B499E96E-F6BB-4BD9-87CF-C9AE5456E05B}" srcOrd="0" destOrd="0" presId="urn:microsoft.com/office/officeart/2005/8/layout/list1"/>
    <dgm:cxn modelId="{E74003C1-7882-4245-9541-3526DEAE8FBB}" type="presOf" srcId="{2977DDEC-502C-4261-BB9A-99EC0BB2BFCC}" destId="{F2C78E01-6E8B-4D35-AC16-1A18C141EEE9}" srcOrd="0" destOrd="0" presId="urn:microsoft.com/office/officeart/2005/8/layout/list1"/>
    <dgm:cxn modelId="{C8183404-D9A6-4EBB-98D6-58435C522985}" type="presOf" srcId="{15969F5F-735D-4C75-A66D-5862BA7E4C1F}" destId="{92E89D3A-3459-47AC-9FAE-C17BBA63E962}" srcOrd="1" destOrd="0" presId="urn:microsoft.com/office/officeart/2005/8/layout/list1"/>
    <dgm:cxn modelId="{30FB2CB0-A7A8-4E8A-BDFF-306EEB3CD0B5}" srcId="{2977DDEC-502C-4261-BB9A-99EC0BB2BFCC}" destId="{34E22613-2FF9-454D-AA70-8C305A1175AE}" srcOrd="2" destOrd="0" parTransId="{A03A043E-6046-4632-A3FE-82CD576CF270}" sibTransId="{DBE7DC73-4E02-43A9-8C6F-91CC2C2B0222}"/>
    <dgm:cxn modelId="{36C1A2FF-3FD3-4CCB-823D-A2A1044CA3AC}" type="presOf" srcId="{34E22613-2FF9-454D-AA70-8C305A1175AE}" destId="{7F40D748-1CDA-407C-85EB-796D3E835CDE}" srcOrd="0" destOrd="0" presId="urn:microsoft.com/office/officeart/2005/8/layout/list1"/>
    <dgm:cxn modelId="{AD7B9F0F-61A5-4BF9-8BDC-F610563FD3B7}" type="presParOf" srcId="{F2C78E01-6E8B-4D35-AC16-1A18C141EEE9}" destId="{1882A56C-841C-46D0-80BF-F708D59AE0D3}" srcOrd="0" destOrd="0" presId="urn:microsoft.com/office/officeart/2005/8/layout/list1"/>
    <dgm:cxn modelId="{B0DFBF2A-0F86-44C5-8DB8-2E3FA6D9DC59}" type="presParOf" srcId="{1882A56C-841C-46D0-80BF-F708D59AE0D3}" destId="{12A0AB29-116A-419D-BB79-D71030411527}" srcOrd="0" destOrd="0" presId="urn:microsoft.com/office/officeart/2005/8/layout/list1"/>
    <dgm:cxn modelId="{E86D0824-108A-4AAE-A2CB-7E93581376FF}" type="presParOf" srcId="{1882A56C-841C-46D0-80BF-F708D59AE0D3}" destId="{92E89D3A-3459-47AC-9FAE-C17BBA63E962}" srcOrd="1" destOrd="0" presId="urn:microsoft.com/office/officeart/2005/8/layout/list1"/>
    <dgm:cxn modelId="{3EE230A8-1BCB-4F2B-914D-3B35F264188F}" type="presParOf" srcId="{F2C78E01-6E8B-4D35-AC16-1A18C141EEE9}" destId="{B4BD068E-CDF2-428F-A47C-E7BBC6EA39EF}" srcOrd="1" destOrd="0" presId="urn:microsoft.com/office/officeart/2005/8/layout/list1"/>
    <dgm:cxn modelId="{693B4AC7-2432-4A36-969B-1BC16BAA6C49}" type="presParOf" srcId="{F2C78E01-6E8B-4D35-AC16-1A18C141EEE9}" destId="{1106C14A-EB50-4AB5-BCF8-0B6C39AA3343}" srcOrd="2" destOrd="0" presId="urn:microsoft.com/office/officeart/2005/8/layout/list1"/>
    <dgm:cxn modelId="{D5C8D62D-D8B5-42F0-AA25-041DA49A0429}" type="presParOf" srcId="{F2C78E01-6E8B-4D35-AC16-1A18C141EEE9}" destId="{3C33D810-E56E-4250-A221-B49EBD76066E}" srcOrd="3" destOrd="0" presId="urn:microsoft.com/office/officeart/2005/8/layout/list1"/>
    <dgm:cxn modelId="{F6A5735B-8401-4811-A237-CCF34995B210}" type="presParOf" srcId="{F2C78E01-6E8B-4D35-AC16-1A18C141EEE9}" destId="{B6425B6D-12B5-4712-ACBF-C2113ABCE374}" srcOrd="4" destOrd="0" presId="urn:microsoft.com/office/officeart/2005/8/layout/list1"/>
    <dgm:cxn modelId="{3EBFE880-9F76-4B7E-88B5-E1369B2F600C}" type="presParOf" srcId="{B6425B6D-12B5-4712-ACBF-C2113ABCE374}" destId="{709AE6A8-055B-454A-A02B-E4E7F729DD91}" srcOrd="0" destOrd="0" presId="urn:microsoft.com/office/officeart/2005/8/layout/list1"/>
    <dgm:cxn modelId="{0EA3B07A-0AB2-4659-A8E0-F34EF263B029}" type="presParOf" srcId="{B6425B6D-12B5-4712-ACBF-C2113ABCE374}" destId="{DDEB2F94-4AE3-4A2A-A8DB-C41E6397E24C}" srcOrd="1" destOrd="0" presId="urn:microsoft.com/office/officeart/2005/8/layout/list1"/>
    <dgm:cxn modelId="{ABC56482-E0FA-44F4-8934-D19D79628F6E}" type="presParOf" srcId="{F2C78E01-6E8B-4D35-AC16-1A18C141EEE9}" destId="{8D8B4526-03FC-44C2-92EB-4F8B9A53AD7A}" srcOrd="5" destOrd="0" presId="urn:microsoft.com/office/officeart/2005/8/layout/list1"/>
    <dgm:cxn modelId="{EAACC4D7-94D7-4899-A5BE-3DA489D249DB}" type="presParOf" srcId="{F2C78E01-6E8B-4D35-AC16-1A18C141EEE9}" destId="{301F4945-2654-4892-BCC5-36B2F510A36D}" srcOrd="6" destOrd="0" presId="urn:microsoft.com/office/officeart/2005/8/layout/list1"/>
    <dgm:cxn modelId="{1ECC14CD-D058-4B30-AFBF-C4B104C961E9}" type="presParOf" srcId="{F2C78E01-6E8B-4D35-AC16-1A18C141EEE9}" destId="{81F9261B-CCAA-45DE-A83A-C9AF614264FF}" srcOrd="7" destOrd="0" presId="urn:microsoft.com/office/officeart/2005/8/layout/list1"/>
    <dgm:cxn modelId="{E2A7A416-BFCC-4CB7-A12F-E000756B866D}" type="presParOf" srcId="{F2C78E01-6E8B-4D35-AC16-1A18C141EEE9}" destId="{2E975587-64D0-4CDE-BEC2-2F534F0FD0A6}" srcOrd="8" destOrd="0" presId="urn:microsoft.com/office/officeart/2005/8/layout/list1"/>
    <dgm:cxn modelId="{99248976-CA4A-4787-AEC8-526EEE43704D}" type="presParOf" srcId="{2E975587-64D0-4CDE-BEC2-2F534F0FD0A6}" destId="{7F40D748-1CDA-407C-85EB-796D3E835CDE}" srcOrd="0" destOrd="0" presId="urn:microsoft.com/office/officeart/2005/8/layout/list1"/>
    <dgm:cxn modelId="{843B3F46-E3CC-4936-BBE3-40289E3EFB82}" type="presParOf" srcId="{2E975587-64D0-4CDE-BEC2-2F534F0FD0A6}" destId="{EC4A9B96-4D67-4CE2-90A8-00BFC23CB23C}" srcOrd="1" destOrd="0" presId="urn:microsoft.com/office/officeart/2005/8/layout/list1"/>
    <dgm:cxn modelId="{C18745BD-1B46-45DD-B4E3-E0217766120B}" type="presParOf" srcId="{F2C78E01-6E8B-4D35-AC16-1A18C141EEE9}" destId="{54824492-B292-4FC3-B425-710C13C7B6CB}" srcOrd="9" destOrd="0" presId="urn:microsoft.com/office/officeart/2005/8/layout/list1"/>
    <dgm:cxn modelId="{B5195553-4621-40F1-9BD6-7B56FD0EE7A8}" type="presParOf" srcId="{F2C78E01-6E8B-4D35-AC16-1A18C141EEE9}" destId="{E4930568-3823-40A6-AC2F-3C381F375821}" srcOrd="10" destOrd="0" presId="urn:microsoft.com/office/officeart/2005/8/layout/list1"/>
    <dgm:cxn modelId="{12CAAD67-EA5F-4EEF-A178-00D370CC13A3}" type="presParOf" srcId="{F2C78E01-6E8B-4D35-AC16-1A18C141EEE9}" destId="{38F4D514-2E13-48C3-A7C7-2D7F8234C712}" srcOrd="11" destOrd="0" presId="urn:microsoft.com/office/officeart/2005/8/layout/list1"/>
    <dgm:cxn modelId="{F5D2EAED-3F75-48CE-926D-C83517F22EB9}" type="presParOf" srcId="{F2C78E01-6E8B-4D35-AC16-1A18C141EEE9}" destId="{3CD2CC81-824D-417D-A4B8-924583567884}" srcOrd="12" destOrd="0" presId="urn:microsoft.com/office/officeart/2005/8/layout/list1"/>
    <dgm:cxn modelId="{C2C173E1-6D64-4B68-AB2C-507111854A1E}" type="presParOf" srcId="{3CD2CC81-824D-417D-A4B8-924583567884}" destId="{BCD3BE21-1031-4664-AD7C-759CA2C4FBB0}" srcOrd="0" destOrd="0" presId="urn:microsoft.com/office/officeart/2005/8/layout/list1"/>
    <dgm:cxn modelId="{BC5F534E-5B9A-4B72-9B36-A686B98832D7}" type="presParOf" srcId="{3CD2CC81-824D-417D-A4B8-924583567884}" destId="{6E35DFD0-695C-4837-A5D6-5E9C82906376}" srcOrd="1" destOrd="0" presId="urn:microsoft.com/office/officeart/2005/8/layout/list1"/>
    <dgm:cxn modelId="{BDD153D4-D843-4783-A6B0-514BB34DAC60}" type="presParOf" srcId="{F2C78E01-6E8B-4D35-AC16-1A18C141EEE9}" destId="{BFA52608-3C9B-48A3-87CE-6BF991E7A90A}" srcOrd="13" destOrd="0" presId="urn:microsoft.com/office/officeart/2005/8/layout/list1"/>
    <dgm:cxn modelId="{80122CAF-489E-4C0C-AD0F-B8EFEB9403DD}" type="presParOf" srcId="{F2C78E01-6E8B-4D35-AC16-1A18C141EEE9}" destId="{428F2347-651C-48C0-8AFF-5F832016A4FD}" srcOrd="14" destOrd="0" presId="urn:microsoft.com/office/officeart/2005/8/layout/list1"/>
    <dgm:cxn modelId="{FF351011-F742-4881-843A-F45A03A16290}" type="presParOf" srcId="{F2C78E01-6E8B-4D35-AC16-1A18C141EEE9}" destId="{57049F91-16EF-4F4A-82F9-521865388DAB}" srcOrd="15" destOrd="0" presId="urn:microsoft.com/office/officeart/2005/8/layout/list1"/>
    <dgm:cxn modelId="{AFDC76E8-3480-44D2-BEB0-4285E643166A}" type="presParOf" srcId="{F2C78E01-6E8B-4D35-AC16-1A18C141EEE9}" destId="{E751EACA-FD50-4610-A8DA-13462B4C5409}" srcOrd="16" destOrd="0" presId="urn:microsoft.com/office/officeart/2005/8/layout/list1"/>
    <dgm:cxn modelId="{76F52E4F-F6DB-481B-A510-D8CA80215987}" type="presParOf" srcId="{E751EACA-FD50-4610-A8DA-13462B4C5409}" destId="{B499E96E-F6BB-4BD9-87CF-C9AE5456E05B}" srcOrd="0" destOrd="0" presId="urn:microsoft.com/office/officeart/2005/8/layout/list1"/>
    <dgm:cxn modelId="{2F06EC10-B856-46EC-9A9A-28210EE577D1}" type="presParOf" srcId="{E751EACA-FD50-4610-A8DA-13462B4C5409}" destId="{D5CC9258-5C54-4E07-88F9-B73A46853506}" srcOrd="1" destOrd="0" presId="urn:microsoft.com/office/officeart/2005/8/layout/list1"/>
    <dgm:cxn modelId="{12F73E7F-650F-4A2A-BD93-E1D788CC0178}" type="presParOf" srcId="{F2C78E01-6E8B-4D35-AC16-1A18C141EEE9}" destId="{855E39B2-1F79-422B-A87E-DE1CA95E478B}" srcOrd="17" destOrd="0" presId="urn:microsoft.com/office/officeart/2005/8/layout/list1"/>
    <dgm:cxn modelId="{F05D9B38-3D85-4A94-A11A-03924EBA9270}" type="presParOf" srcId="{F2C78E01-6E8B-4D35-AC16-1A18C141EEE9}" destId="{B03B41D6-CE44-4544-9473-6D2530814174}"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DD0187-696C-40A2-B639-4AFA95ED0C7F}"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zh-CN" altLang="en-US"/>
        </a:p>
      </dgm:t>
    </dgm:pt>
    <dgm:pt modelId="{97DF7C32-95D6-4ADA-BF3C-16F72BBA7F15}">
      <dgm:prSet custT="1">
        <dgm:style>
          <a:lnRef idx="1">
            <a:schemeClr val="accent1"/>
          </a:lnRef>
          <a:fillRef idx="2">
            <a:schemeClr val="accent1"/>
          </a:fillRef>
          <a:effectRef idx="1">
            <a:schemeClr val="accent1"/>
          </a:effectRef>
          <a:fontRef idx="minor">
            <a:schemeClr val="dk1"/>
          </a:fontRef>
        </dgm:style>
      </dgm:prSet>
      <dgm:spPr/>
      <dgm:t>
        <a:bodyPr/>
        <a:lstStyle/>
        <a:p>
          <a:pPr rtl="0"/>
          <a:r>
            <a:rPr lang="zh-CN" sz="1050" dirty="0" smtClean="0"/>
            <a:t>以时间复杂度为</a:t>
          </a:r>
          <a:r>
            <a:rPr lang="en-US" sz="1050" dirty="0" smtClean="0"/>
            <a:t>O(1)</a:t>
          </a:r>
          <a:r>
            <a:rPr lang="zh-CN" sz="1050" dirty="0" smtClean="0"/>
            <a:t>的方式提供消息持久化能力，即使对</a:t>
          </a:r>
          <a:r>
            <a:rPr lang="en-US" sz="1050" dirty="0" smtClean="0"/>
            <a:t>TB</a:t>
          </a:r>
          <a:r>
            <a:rPr lang="zh-CN" sz="1050" dirty="0" smtClean="0"/>
            <a:t>级以上数据也能保证常数时间的访问性能。</a:t>
          </a:r>
          <a:endParaRPr lang="zh-CN" sz="1050" dirty="0"/>
        </a:p>
      </dgm:t>
    </dgm:pt>
    <dgm:pt modelId="{6DA6396F-3B89-4859-AA0F-87DCD482C276}" type="parTrans" cxnId="{AC93BA0C-1C58-4271-B97B-401CA4E8AB97}">
      <dgm:prSet/>
      <dgm:spPr/>
      <dgm:t>
        <a:bodyPr/>
        <a:lstStyle/>
        <a:p>
          <a:endParaRPr lang="zh-CN" altLang="en-US" sz="2000"/>
        </a:p>
      </dgm:t>
    </dgm:pt>
    <dgm:pt modelId="{8D940DDC-F7C5-4776-ADEC-9A6DC84E33F5}" type="sibTrans" cxnId="{AC93BA0C-1C58-4271-B97B-401CA4E8AB97}">
      <dgm:prSet/>
      <dgm:spPr/>
      <dgm:t>
        <a:bodyPr/>
        <a:lstStyle/>
        <a:p>
          <a:endParaRPr lang="zh-CN" altLang="en-US" sz="2000"/>
        </a:p>
      </dgm:t>
    </dgm:pt>
    <dgm:pt modelId="{ABB666C4-A27A-4100-9247-655E942B0AB7}">
      <dgm:prSet custT="1">
        <dgm:style>
          <a:lnRef idx="1">
            <a:schemeClr val="accent1"/>
          </a:lnRef>
          <a:fillRef idx="2">
            <a:schemeClr val="accent1"/>
          </a:fillRef>
          <a:effectRef idx="1">
            <a:schemeClr val="accent1"/>
          </a:effectRef>
          <a:fontRef idx="minor">
            <a:schemeClr val="dk1"/>
          </a:fontRef>
        </dgm:style>
      </dgm:prSet>
      <dgm:spPr/>
      <dgm:t>
        <a:bodyPr/>
        <a:lstStyle/>
        <a:p>
          <a:pPr rtl="0"/>
          <a:r>
            <a:rPr lang="zh-CN" sz="1050" dirty="0" smtClean="0"/>
            <a:t>高吞吐率。即使在非常廉价的商用机器上也能做到单机支持每秒</a:t>
          </a:r>
          <a:r>
            <a:rPr lang="en-US" sz="1050" dirty="0" smtClean="0"/>
            <a:t>100K</a:t>
          </a:r>
          <a:r>
            <a:rPr lang="zh-CN" sz="1050" dirty="0" smtClean="0"/>
            <a:t>条消息的传输。</a:t>
          </a:r>
          <a:endParaRPr lang="zh-CN" sz="1050" dirty="0"/>
        </a:p>
      </dgm:t>
    </dgm:pt>
    <dgm:pt modelId="{079183CC-6099-4831-8355-BBDF8C52E4F6}" type="parTrans" cxnId="{43D79B02-F3CB-4CD6-AC10-2C2CAA396182}">
      <dgm:prSet/>
      <dgm:spPr/>
      <dgm:t>
        <a:bodyPr/>
        <a:lstStyle/>
        <a:p>
          <a:endParaRPr lang="zh-CN" altLang="en-US" sz="2000"/>
        </a:p>
      </dgm:t>
    </dgm:pt>
    <dgm:pt modelId="{6DB105E3-8F85-48EE-9279-2D0975BBBDFD}" type="sibTrans" cxnId="{43D79B02-F3CB-4CD6-AC10-2C2CAA396182}">
      <dgm:prSet/>
      <dgm:spPr/>
      <dgm:t>
        <a:bodyPr/>
        <a:lstStyle/>
        <a:p>
          <a:endParaRPr lang="zh-CN" altLang="en-US" sz="2000"/>
        </a:p>
      </dgm:t>
    </dgm:pt>
    <dgm:pt modelId="{CD7E5C8E-412A-4DBD-967F-0B321C572CE1}">
      <dgm:prSet custT="1">
        <dgm:style>
          <a:lnRef idx="1">
            <a:schemeClr val="accent1"/>
          </a:lnRef>
          <a:fillRef idx="2">
            <a:schemeClr val="accent1"/>
          </a:fillRef>
          <a:effectRef idx="1">
            <a:schemeClr val="accent1"/>
          </a:effectRef>
          <a:fontRef idx="minor">
            <a:schemeClr val="dk1"/>
          </a:fontRef>
        </dgm:style>
      </dgm:prSet>
      <dgm:spPr/>
      <dgm:t>
        <a:bodyPr/>
        <a:lstStyle/>
        <a:p>
          <a:pPr rtl="0"/>
          <a:r>
            <a:rPr lang="zh-CN" sz="1200" dirty="0" smtClean="0"/>
            <a:t>支持</a:t>
          </a:r>
          <a:r>
            <a:rPr lang="en-US" sz="1200" dirty="0" smtClean="0"/>
            <a:t>Kafka Server</a:t>
          </a:r>
          <a:r>
            <a:rPr lang="zh-CN" sz="1200" dirty="0" smtClean="0"/>
            <a:t>间的消息分区，及分布式消费，同时保证每个</a:t>
          </a:r>
          <a:r>
            <a:rPr lang="en-US" sz="1200" dirty="0" smtClean="0"/>
            <a:t>partition</a:t>
          </a:r>
          <a:r>
            <a:rPr lang="zh-CN" sz="1200" dirty="0" smtClean="0"/>
            <a:t>内的消息顺序传输。</a:t>
          </a:r>
          <a:endParaRPr lang="zh-CN" sz="1200" dirty="0"/>
        </a:p>
      </dgm:t>
    </dgm:pt>
    <dgm:pt modelId="{28F47C48-E7FF-4D12-8F2A-10C128586FE9}" type="parTrans" cxnId="{14D8911F-E53C-4895-A4E7-7386F228E3A8}">
      <dgm:prSet/>
      <dgm:spPr/>
      <dgm:t>
        <a:bodyPr/>
        <a:lstStyle/>
        <a:p>
          <a:endParaRPr lang="zh-CN" altLang="en-US" sz="2000"/>
        </a:p>
      </dgm:t>
    </dgm:pt>
    <dgm:pt modelId="{08D128A6-A7E4-4FBA-8250-9A932A2E10C2}" type="sibTrans" cxnId="{14D8911F-E53C-4895-A4E7-7386F228E3A8}">
      <dgm:prSet/>
      <dgm:spPr/>
      <dgm:t>
        <a:bodyPr/>
        <a:lstStyle/>
        <a:p>
          <a:endParaRPr lang="zh-CN" altLang="en-US" sz="2000"/>
        </a:p>
      </dgm:t>
    </dgm:pt>
    <dgm:pt modelId="{008A8619-0061-4B54-B9B1-59890A88EFFB}">
      <dgm:prSet custT="1">
        <dgm:style>
          <a:lnRef idx="1">
            <a:schemeClr val="accent1"/>
          </a:lnRef>
          <a:fillRef idx="2">
            <a:schemeClr val="accent1"/>
          </a:fillRef>
          <a:effectRef idx="1">
            <a:schemeClr val="accent1"/>
          </a:effectRef>
          <a:fontRef idx="minor">
            <a:schemeClr val="dk1"/>
          </a:fontRef>
        </dgm:style>
      </dgm:prSet>
      <dgm:spPr/>
      <dgm:t>
        <a:bodyPr/>
        <a:lstStyle/>
        <a:p>
          <a:pPr rtl="0"/>
          <a:r>
            <a:rPr lang="zh-CN" altLang="en-US" sz="1400" dirty="0" smtClean="0"/>
            <a:t>同时支持离线数据处理和实时数据处理。</a:t>
          </a:r>
          <a:endParaRPr lang="zh-CN" altLang="en-US" sz="1400" dirty="0"/>
        </a:p>
      </dgm:t>
    </dgm:pt>
    <dgm:pt modelId="{3A8E47D4-939F-4AD1-BA2C-475BD2FA4732}" type="parTrans" cxnId="{C74DFB8D-3A25-4DE8-B465-1B718E94BC93}">
      <dgm:prSet/>
      <dgm:spPr/>
      <dgm:t>
        <a:bodyPr/>
        <a:lstStyle/>
        <a:p>
          <a:endParaRPr lang="zh-CN" altLang="en-US" sz="2000"/>
        </a:p>
      </dgm:t>
    </dgm:pt>
    <dgm:pt modelId="{9B9C1148-0496-490D-A4FA-4D015D508C32}" type="sibTrans" cxnId="{C74DFB8D-3A25-4DE8-B465-1B718E94BC93}">
      <dgm:prSet/>
      <dgm:spPr/>
      <dgm:t>
        <a:bodyPr/>
        <a:lstStyle/>
        <a:p>
          <a:endParaRPr lang="zh-CN" altLang="en-US" sz="2000"/>
        </a:p>
      </dgm:t>
    </dgm:pt>
    <dgm:pt modelId="{A7C4746A-8D51-43C8-A71B-2C4FAEDFBC97}" type="pres">
      <dgm:prSet presAssocID="{6CDD0187-696C-40A2-B639-4AFA95ED0C7F}" presName="composite" presStyleCnt="0">
        <dgm:presLayoutVars>
          <dgm:chMax val="5"/>
          <dgm:dir/>
          <dgm:animLvl val="ctr"/>
          <dgm:resizeHandles val="exact"/>
        </dgm:presLayoutVars>
      </dgm:prSet>
      <dgm:spPr/>
      <dgm:t>
        <a:bodyPr/>
        <a:lstStyle/>
        <a:p>
          <a:endParaRPr lang="zh-CN" altLang="en-US"/>
        </a:p>
      </dgm:t>
    </dgm:pt>
    <dgm:pt modelId="{934BEFB3-CF71-4EA4-BD13-72643265FF23}" type="pres">
      <dgm:prSet presAssocID="{6CDD0187-696C-40A2-B639-4AFA95ED0C7F}" presName="cycle" presStyleCnt="0"/>
      <dgm:spPr/>
    </dgm:pt>
    <dgm:pt modelId="{EB21D869-74A7-4B05-9465-29CA3128DB43}" type="pres">
      <dgm:prSet presAssocID="{6CDD0187-696C-40A2-B639-4AFA95ED0C7F}" presName="centerShape" presStyleCnt="0"/>
      <dgm:spPr/>
    </dgm:pt>
    <dgm:pt modelId="{6E8CE96B-934E-4512-A15E-A11CABDB8B16}" type="pres">
      <dgm:prSet presAssocID="{6CDD0187-696C-40A2-B639-4AFA95ED0C7F}" presName="connSite" presStyleLbl="node1" presStyleIdx="0" presStyleCnt="5"/>
      <dgm:spPr/>
    </dgm:pt>
    <dgm:pt modelId="{1CC27267-B704-4ED9-920C-FDBBA6C6AB3D}" type="pres">
      <dgm:prSet presAssocID="{6CDD0187-696C-40A2-B639-4AFA95ED0C7F}" presName="visible" presStyleLbl="node1" presStyleIdx="0" presStyleCnt="5" custScaleY="93493" custLinFactNeighborX="11046" custLinFactNeighborY="-3676">
        <dgm:style>
          <a:lnRef idx="2">
            <a:schemeClr val="accent5">
              <a:shade val="50000"/>
            </a:schemeClr>
          </a:lnRef>
          <a:fillRef idx="1">
            <a:schemeClr val="accent5"/>
          </a:fillRef>
          <a:effectRef idx="0">
            <a:schemeClr val="accent5"/>
          </a:effectRef>
          <a:fontRef idx="minor">
            <a:schemeClr val="lt1"/>
          </a:fontRef>
        </dgm:style>
      </dgm:prSet>
      <dgm:spPr>
        <a:blipFill rotWithShape="1">
          <a:blip xmlns:r="http://schemas.openxmlformats.org/officeDocument/2006/relationships" r:embed="rId1"/>
          <a:stretch>
            <a:fillRect/>
          </a:stretch>
        </a:blipFill>
      </dgm:spPr>
    </dgm:pt>
    <dgm:pt modelId="{7588CEC6-5698-4C58-BC86-A7D7FF2064EC}" type="pres">
      <dgm:prSet presAssocID="{6DA6396F-3B89-4859-AA0F-87DCD482C276}" presName="Name25" presStyleLbl="parChTrans1D1" presStyleIdx="0" presStyleCnt="4"/>
      <dgm:spPr/>
      <dgm:t>
        <a:bodyPr/>
        <a:lstStyle/>
        <a:p>
          <a:endParaRPr lang="zh-CN" altLang="en-US"/>
        </a:p>
      </dgm:t>
    </dgm:pt>
    <dgm:pt modelId="{C38D4DC8-7754-420B-9340-B7AE33DA7D38}" type="pres">
      <dgm:prSet presAssocID="{97DF7C32-95D6-4ADA-BF3C-16F72BBA7F15}" presName="node" presStyleCnt="0"/>
      <dgm:spPr/>
    </dgm:pt>
    <dgm:pt modelId="{0A9ADE15-4559-48BD-BB94-39CF42725529}" type="pres">
      <dgm:prSet presAssocID="{97DF7C32-95D6-4ADA-BF3C-16F72BBA7F15}" presName="parentNode" presStyleLbl="node1" presStyleIdx="1" presStyleCnt="5" custScaleX="178697" custScaleY="174617" custLinFactX="-103102" custLinFactNeighborX="-200000" custLinFactNeighborY="57338">
        <dgm:presLayoutVars>
          <dgm:chMax val="1"/>
          <dgm:bulletEnabled val="1"/>
        </dgm:presLayoutVars>
      </dgm:prSet>
      <dgm:spPr/>
      <dgm:t>
        <a:bodyPr/>
        <a:lstStyle/>
        <a:p>
          <a:endParaRPr lang="zh-CN" altLang="en-US"/>
        </a:p>
      </dgm:t>
    </dgm:pt>
    <dgm:pt modelId="{C35ABAAA-8640-40A1-8B1C-6AEC12506306}" type="pres">
      <dgm:prSet presAssocID="{97DF7C32-95D6-4ADA-BF3C-16F72BBA7F15}" presName="childNode" presStyleLbl="revTx" presStyleIdx="0" presStyleCnt="0">
        <dgm:presLayoutVars>
          <dgm:bulletEnabled val="1"/>
        </dgm:presLayoutVars>
      </dgm:prSet>
      <dgm:spPr/>
    </dgm:pt>
    <dgm:pt modelId="{1766A1E5-0E61-4682-B763-A7F8DE76D985}" type="pres">
      <dgm:prSet presAssocID="{079183CC-6099-4831-8355-BBDF8C52E4F6}" presName="Name25" presStyleLbl="parChTrans1D1" presStyleIdx="1" presStyleCnt="4"/>
      <dgm:spPr/>
      <dgm:t>
        <a:bodyPr/>
        <a:lstStyle/>
        <a:p>
          <a:endParaRPr lang="zh-CN" altLang="en-US"/>
        </a:p>
      </dgm:t>
    </dgm:pt>
    <dgm:pt modelId="{79637B60-B56D-47FC-8B2B-C79CD2C227D2}" type="pres">
      <dgm:prSet presAssocID="{ABB666C4-A27A-4100-9247-655E942B0AB7}" presName="node" presStyleCnt="0"/>
      <dgm:spPr/>
    </dgm:pt>
    <dgm:pt modelId="{D97E5F7A-F561-4A54-AA26-16C6AECB2505}" type="pres">
      <dgm:prSet presAssocID="{ABB666C4-A27A-4100-9247-655E942B0AB7}" presName="parentNode" presStyleLbl="node1" presStyleIdx="2" presStyleCnt="5" custScaleX="185570" custScaleY="171919" custLinFactNeighborX="71880" custLinFactNeighborY="-58215">
        <dgm:presLayoutVars>
          <dgm:chMax val="1"/>
          <dgm:bulletEnabled val="1"/>
        </dgm:presLayoutVars>
      </dgm:prSet>
      <dgm:spPr/>
      <dgm:t>
        <a:bodyPr/>
        <a:lstStyle/>
        <a:p>
          <a:endParaRPr lang="zh-CN" altLang="en-US"/>
        </a:p>
      </dgm:t>
    </dgm:pt>
    <dgm:pt modelId="{75C880AF-0535-4B8C-82B7-F4A696383335}" type="pres">
      <dgm:prSet presAssocID="{ABB666C4-A27A-4100-9247-655E942B0AB7}" presName="childNode" presStyleLbl="revTx" presStyleIdx="0" presStyleCnt="0">
        <dgm:presLayoutVars>
          <dgm:bulletEnabled val="1"/>
        </dgm:presLayoutVars>
      </dgm:prSet>
      <dgm:spPr/>
    </dgm:pt>
    <dgm:pt modelId="{12D04C65-9F9F-47CF-9567-D7B9D0AF5706}" type="pres">
      <dgm:prSet presAssocID="{28F47C48-E7FF-4D12-8F2A-10C128586FE9}" presName="Name25" presStyleLbl="parChTrans1D1" presStyleIdx="2" presStyleCnt="4"/>
      <dgm:spPr/>
      <dgm:t>
        <a:bodyPr/>
        <a:lstStyle/>
        <a:p>
          <a:endParaRPr lang="zh-CN" altLang="en-US"/>
        </a:p>
      </dgm:t>
    </dgm:pt>
    <dgm:pt modelId="{AD6E3394-B2D1-45BB-8B44-A3A2A8BA9A08}" type="pres">
      <dgm:prSet presAssocID="{CD7E5C8E-412A-4DBD-967F-0B321C572CE1}" presName="node" presStyleCnt="0"/>
      <dgm:spPr/>
    </dgm:pt>
    <dgm:pt modelId="{E76435B5-582C-4339-BEF7-E51AF83B7963}" type="pres">
      <dgm:prSet presAssocID="{CD7E5C8E-412A-4DBD-967F-0B321C572CE1}" presName="parentNode" presStyleLbl="node1" presStyleIdx="3" presStyleCnt="5" custScaleX="174567" custScaleY="174699" custLinFactNeighborX="79373" custLinFactNeighborY="46599">
        <dgm:presLayoutVars>
          <dgm:chMax val="1"/>
          <dgm:bulletEnabled val="1"/>
        </dgm:presLayoutVars>
      </dgm:prSet>
      <dgm:spPr/>
      <dgm:t>
        <a:bodyPr/>
        <a:lstStyle/>
        <a:p>
          <a:endParaRPr lang="zh-CN" altLang="en-US"/>
        </a:p>
      </dgm:t>
    </dgm:pt>
    <dgm:pt modelId="{6882E05A-4E35-40EA-AF87-A27A0D165E2B}" type="pres">
      <dgm:prSet presAssocID="{CD7E5C8E-412A-4DBD-967F-0B321C572CE1}" presName="childNode" presStyleLbl="revTx" presStyleIdx="0" presStyleCnt="0">
        <dgm:presLayoutVars>
          <dgm:bulletEnabled val="1"/>
        </dgm:presLayoutVars>
      </dgm:prSet>
      <dgm:spPr/>
    </dgm:pt>
    <dgm:pt modelId="{7BE2AF3E-BE7B-4633-8D9D-70EDB89639AB}" type="pres">
      <dgm:prSet presAssocID="{3A8E47D4-939F-4AD1-BA2C-475BD2FA4732}" presName="Name25" presStyleLbl="parChTrans1D1" presStyleIdx="3" presStyleCnt="4"/>
      <dgm:spPr/>
      <dgm:t>
        <a:bodyPr/>
        <a:lstStyle/>
        <a:p>
          <a:endParaRPr lang="zh-CN" altLang="en-US"/>
        </a:p>
      </dgm:t>
    </dgm:pt>
    <dgm:pt modelId="{E2957BD2-F6F4-4158-8FE2-9B7964864C96}" type="pres">
      <dgm:prSet presAssocID="{008A8619-0061-4B54-B9B1-59890A88EFFB}" presName="node" presStyleCnt="0"/>
      <dgm:spPr/>
    </dgm:pt>
    <dgm:pt modelId="{7A3462FE-016E-420C-B2B4-7A9D7351924A}" type="pres">
      <dgm:prSet presAssocID="{008A8619-0061-4B54-B9B1-59890A88EFFB}" presName="parentNode" presStyleLbl="node1" presStyleIdx="4" presStyleCnt="5" custScaleX="174698" custScaleY="168977" custLinFactX="-103208" custLinFactNeighborX="-200000" custLinFactNeighborY="-61856">
        <dgm:presLayoutVars>
          <dgm:chMax val="1"/>
          <dgm:bulletEnabled val="1"/>
        </dgm:presLayoutVars>
      </dgm:prSet>
      <dgm:spPr/>
      <dgm:t>
        <a:bodyPr/>
        <a:lstStyle/>
        <a:p>
          <a:endParaRPr lang="zh-CN" altLang="en-US"/>
        </a:p>
      </dgm:t>
    </dgm:pt>
    <dgm:pt modelId="{83EF19EB-A16B-48E6-A44E-D0D116D3F7AA}" type="pres">
      <dgm:prSet presAssocID="{008A8619-0061-4B54-B9B1-59890A88EFFB}" presName="childNode" presStyleLbl="revTx" presStyleIdx="0" presStyleCnt="0">
        <dgm:presLayoutVars>
          <dgm:bulletEnabled val="1"/>
        </dgm:presLayoutVars>
      </dgm:prSet>
      <dgm:spPr/>
    </dgm:pt>
  </dgm:ptLst>
  <dgm:cxnLst>
    <dgm:cxn modelId="{EB37B0F9-0667-43D4-8785-BA7FCE361565}" type="presOf" srcId="{CD7E5C8E-412A-4DBD-967F-0B321C572CE1}" destId="{E76435B5-582C-4339-BEF7-E51AF83B7963}" srcOrd="0" destOrd="0" presId="urn:microsoft.com/office/officeart/2005/8/layout/radial2"/>
    <dgm:cxn modelId="{1CE48CF1-070A-4067-B0CB-4F891F154698}" type="presOf" srcId="{008A8619-0061-4B54-B9B1-59890A88EFFB}" destId="{7A3462FE-016E-420C-B2B4-7A9D7351924A}" srcOrd="0" destOrd="0" presId="urn:microsoft.com/office/officeart/2005/8/layout/radial2"/>
    <dgm:cxn modelId="{B2522ECB-39EE-4C9D-9AE2-4DE8F3D3C15B}" type="presOf" srcId="{97DF7C32-95D6-4ADA-BF3C-16F72BBA7F15}" destId="{0A9ADE15-4559-48BD-BB94-39CF42725529}" srcOrd="0" destOrd="0" presId="urn:microsoft.com/office/officeart/2005/8/layout/radial2"/>
    <dgm:cxn modelId="{0504A6EC-92A1-4730-8C87-7507EB1C49AC}" type="presOf" srcId="{6DA6396F-3B89-4859-AA0F-87DCD482C276}" destId="{7588CEC6-5698-4C58-BC86-A7D7FF2064EC}" srcOrd="0" destOrd="0" presId="urn:microsoft.com/office/officeart/2005/8/layout/radial2"/>
    <dgm:cxn modelId="{C2622278-660A-45CA-B935-2DC148083299}" type="presOf" srcId="{079183CC-6099-4831-8355-BBDF8C52E4F6}" destId="{1766A1E5-0E61-4682-B763-A7F8DE76D985}" srcOrd="0" destOrd="0" presId="urn:microsoft.com/office/officeart/2005/8/layout/radial2"/>
    <dgm:cxn modelId="{773206D8-FB7E-4D0F-96D2-B1800AB0CF97}" type="presOf" srcId="{28F47C48-E7FF-4D12-8F2A-10C128586FE9}" destId="{12D04C65-9F9F-47CF-9567-D7B9D0AF5706}" srcOrd="0" destOrd="0" presId="urn:microsoft.com/office/officeart/2005/8/layout/radial2"/>
    <dgm:cxn modelId="{AC93BA0C-1C58-4271-B97B-401CA4E8AB97}" srcId="{6CDD0187-696C-40A2-B639-4AFA95ED0C7F}" destId="{97DF7C32-95D6-4ADA-BF3C-16F72BBA7F15}" srcOrd="0" destOrd="0" parTransId="{6DA6396F-3B89-4859-AA0F-87DCD482C276}" sibTransId="{8D940DDC-F7C5-4776-ADEC-9A6DC84E33F5}"/>
    <dgm:cxn modelId="{14D8911F-E53C-4895-A4E7-7386F228E3A8}" srcId="{6CDD0187-696C-40A2-B639-4AFA95ED0C7F}" destId="{CD7E5C8E-412A-4DBD-967F-0B321C572CE1}" srcOrd="2" destOrd="0" parTransId="{28F47C48-E7FF-4D12-8F2A-10C128586FE9}" sibTransId="{08D128A6-A7E4-4FBA-8250-9A932A2E10C2}"/>
    <dgm:cxn modelId="{43D79B02-F3CB-4CD6-AC10-2C2CAA396182}" srcId="{6CDD0187-696C-40A2-B639-4AFA95ED0C7F}" destId="{ABB666C4-A27A-4100-9247-655E942B0AB7}" srcOrd="1" destOrd="0" parTransId="{079183CC-6099-4831-8355-BBDF8C52E4F6}" sibTransId="{6DB105E3-8F85-48EE-9279-2D0975BBBDFD}"/>
    <dgm:cxn modelId="{C74DFB8D-3A25-4DE8-B465-1B718E94BC93}" srcId="{6CDD0187-696C-40A2-B639-4AFA95ED0C7F}" destId="{008A8619-0061-4B54-B9B1-59890A88EFFB}" srcOrd="3" destOrd="0" parTransId="{3A8E47D4-939F-4AD1-BA2C-475BD2FA4732}" sibTransId="{9B9C1148-0496-490D-A4FA-4D015D508C32}"/>
    <dgm:cxn modelId="{26CA6523-7AF1-417E-A933-B68A1DC45FF7}" type="presOf" srcId="{ABB666C4-A27A-4100-9247-655E942B0AB7}" destId="{D97E5F7A-F561-4A54-AA26-16C6AECB2505}" srcOrd="0" destOrd="0" presId="urn:microsoft.com/office/officeart/2005/8/layout/radial2"/>
    <dgm:cxn modelId="{E76D6B4C-8C37-4F78-85EB-1805072DF623}" type="presOf" srcId="{3A8E47D4-939F-4AD1-BA2C-475BD2FA4732}" destId="{7BE2AF3E-BE7B-4633-8D9D-70EDB89639AB}" srcOrd="0" destOrd="0" presId="urn:microsoft.com/office/officeart/2005/8/layout/radial2"/>
    <dgm:cxn modelId="{30A8D9E7-0DF9-483A-BFD3-6D0F16D509F1}" type="presOf" srcId="{6CDD0187-696C-40A2-B639-4AFA95ED0C7F}" destId="{A7C4746A-8D51-43C8-A71B-2C4FAEDFBC97}" srcOrd="0" destOrd="0" presId="urn:microsoft.com/office/officeart/2005/8/layout/radial2"/>
    <dgm:cxn modelId="{BE309C75-C95A-47DC-B315-A43485B523A2}" type="presParOf" srcId="{A7C4746A-8D51-43C8-A71B-2C4FAEDFBC97}" destId="{934BEFB3-CF71-4EA4-BD13-72643265FF23}" srcOrd="0" destOrd="0" presId="urn:microsoft.com/office/officeart/2005/8/layout/radial2"/>
    <dgm:cxn modelId="{EB222971-3672-4F70-8219-D695EE4F27F0}" type="presParOf" srcId="{934BEFB3-CF71-4EA4-BD13-72643265FF23}" destId="{EB21D869-74A7-4B05-9465-29CA3128DB43}" srcOrd="0" destOrd="0" presId="urn:microsoft.com/office/officeart/2005/8/layout/radial2"/>
    <dgm:cxn modelId="{A8930C25-0448-4D99-99D8-36542EE94558}" type="presParOf" srcId="{EB21D869-74A7-4B05-9465-29CA3128DB43}" destId="{6E8CE96B-934E-4512-A15E-A11CABDB8B16}" srcOrd="0" destOrd="0" presId="urn:microsoft.com/office/officeart/2005/8/layout/radial2"/>
    <dgm:cxn modelId="{05945F1C-2887-4258-BCBF-80526CE06982}" type="presParOf" srcId="{EB21D869-74A7-4B05-9465-29CA3128DB43}" destId="{1CC27267-B704-4ED9-920C-FDBBA6C6AB3D}" srcOrd="1" destOrd="0" presId="urn:microsoft.com/office/officeart/2005/8/layout/radial2"/>
    <dgm:cxn modelId="{09214CB7-F072-4AC7-AE0C-AB036E039502}" type="presParOf" srcId="{934BEFB3-CF71-4EA4-BD13-72643265FF23}" destId="{7588CEC6-5698-4C58-BC86-A7D7FF2064EC}" srcOrd="1" destOrd="0" presId="urn:microsoft.com/office/officeart/2005/8/layout/radial2"/>
    <dgm:cxn modelId="{AA68FAF6-208F-4EE0-AFB4-245601E4FB02}" type="presParOf" srcId="{934BEFB3-CF71-4EA4-BD13-72643265FF23}" destId="{C38D4DC8-7754-420B-9340-B7AE33DA7D38}" srcOrd="2" destOrd="0" presId="urn:microsoft.com/office/officeart/2005/8/layout/radial2"/>
    <dgm:cxn modelId="{C4D6F747-7931-4119-AFC1-7A1754C9C563}" type="presParOf" srcId="{C38D4DC8-7754-420B-9340-B7AE33DA7D38}" destId="{0A9ADE15-4559-48BD-BB94-39CF42725529}" srcOrd="0" destOrd="0" presId="urn:microsoft.com/office/officeart/2005/8/layout/radial2"/>
    <dgm:cxn modelId="{3B970144-15DC-4A56-ADA2-F41D90B2D440}" type="presParOf" srcId="{C38D4DC8-7754-420B-9340-B7AE33DA7D38}" destId="{C35ABAAA-8640-40A1-8B1C-6AEC12506306}" srcOrd="1" destOrd="0" presId="urn:microsoft.com/office/officeart/2005/8/layout/radial2"/>
    <dgm:cxn modelId="{D6EC3B8D-8F00-43DD-A69E-3BF7E46BD69E}" type="presParOf" srcId="{934BEFB3-CF71-4EA4-BD13-72643265FF23}" destId="{1766A1E5-0E61-4682-B763-A7F8DE76D985}" srcOrd="3" destOrd="0" presId="urn:microsoft.com/office/officeart/2005/8/layout/radial2"/>
    <dgm:cxn modelId="{239C06C5-634A-4C2E-9986-9F7725EF5B57}" type="presParOf" srcId="{934BEFB3-CF71-4EA4-BD13-72643265FF23}" destId="{79637B60-B56D-47FC-8B2B-C79CD2C227D2}" srcOrd="4" destOrd="0" presId="urn:microsoft.com/office/officeart/2005/8/layout/radial2"/>
    <dgm:cxn modelId="{833E49B7-5C04-4E05-B339-752CD1038559}" type="presParOf" srcId="{79637B60-B56D-47FC-8B2B-C79CD2C227D2}" destId="{D97E5F7A-F561-4A54-AA26-16C6AECB2505}" srcOrd="0" destOrd="0" presId="urn:microsoft.com/office/officeart/2005/8/layout/radial2"/>
    <dgm:cxn modelId="{B9D8F694-9AD0-4F61-BC16-4B9CA3438E20}" type="presParOf" srcId="{79637B60-B56D-47FC-8B2B-C79CD2C227D2}" destId="{75C880AF-0535-4B8C-82B7-F4A696383335}" srcOrd="1" destOrd="0" presId="urn:microsoft.com/office/officeart/2005/8/layout/radial2"/>
    <dgm:cxn modelId="{CD3452F7-E0FA-4904-BBE8-FF420BD80E2C}" type="presParOf" srcId="{934BEFB3-CF71-4EA4-BD13-72643265FF23}" destId="{12D04C65-9F9F-47CF-9567-D7B9D0AF5706}" srcOrd="5" destOrd="0" presId="urn:microsoft.com/office/officeart/2005/8/layout/radial2"/>
    <dgm:cxn modelId="{3D0E5FD3-04F4-4E30-9540-E9E3BBBBC23D}" type="presParOf" srcId="{934BEFB3-CF71-4EA4-BD13-72643265FF23}" destId="{AD6E3394-B2D1-45BB-8B44-A3A2A8BA9A08}" srcOrd="6" destOrd="0" presId="urn:microsoft.com/office/officeart/2005/8/layout/radial2"/>
    <dgm:cxn modelId="{59435D86-8C48-48D2-807C-0B644F652151}" type="presParOf" srcId="{AD6E3394-B2D1-45BB-8B44-A3A2A8BA9A08}" destId="{E76435B5-582C-4339-BEF7-E51AF83B7963}" srcOrd="0" destOrd="0" presId="urn:microsoft.com/office/officeart/2005/8/layout/radial2"/>
    <dgm:cxn modelId="{F2EBB989-78C0-4293-B277-A7213D42C780}" type="presParOf" srcId="{AD6E3394-B2D1-45BB-8B44-A3A2A8BA9A08}" destId="{6882E05A-4E35-40EA-AF87-A27A0D165E2B}" srcOrd="1" destOrd="0" presId="urn:microsoft.com/office/officeart/2005/8/layout/radial2"/>
    <dgm:cxn modelId="{F2C7CEF4-9DC2-4BBD-A8B3-57E8308D2C6E}" type="presParOf" srcId="{934BEFB3-CF71-4EA4-BD13-72643265FF23}" destId="{7BE2AF3E-BE7B-4633-8D9D-70EDB89639AB}" srcOrd="7" destOrd="0" presId="urn:microsoft.com/office/officeart/2005/8/layout/radial2"/>
    <dgm:cxn modelId="{EDE5EBF3-F572-4062-BD7F-3BF3177FCB6A}" type="presParOf" srcId="{934BEFB3-CF71-4EA4-BD13-72643265FF23}" destId="{E2957BD2-F6F4-4158-8FE2-9B7964864C96}" srcOrd="8" destOrd="0" presId="urn:microsoft.com/office/officeart/2005/8/layout/radial2"/>
    <dgm:cxn modelId="{F09EFC9C-9E83-4B87-A82B-1963BA5DCDAA}" type="presParOf" srcId="{E2957BD2-F6F4-4158-8FE2-9B7964864C96}" destId="{7A3462FE-016E-420C-B2B4-7A9D7351924A}" srcOrd="0" destOrd="0" presId="urn:microsoft.com/office/officeart/2005/8/layout/radial2"/>
    <dgm:cxn modelId="{68AD0AB4-D8FF-4A1F-B09C-31AA8D5C9FB8}" type="presParOf" srcId="{E2957BD2-F6F4-4158-8FE2-9B7964864C96}" destId="{83EF19EB-A16B-48E6-A44E-D0D116D3F7AA}" srcOrd="1" destOrd="0" presId="urn:microsoft.com/office/officeart/2005/8/layout/radial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0538D8-0249-428C-996A-1F71BAA86A49}"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zh-CN" altLang="en-US"/>
        </a:p>
      </dgm:t>
    </dgm:pt>
    <dgm:pt modelId="{B9ACE7B6-F707-4649-9D51-C428B2C42D67}">
      <dgm:prSet/>
      <dgm:spPr/>
      <dgm:t>
        <a:bodyPr/>
        <a:lstStyle/>
        <a:p>
          <a:pPr rtl="0"/>
          <a:r>
            <a:rPr lang="en-US" dirty="0" smtClean="0"/>
            <a:t>Kafka</a:t>
          </a:r>
          <a:r>
            <a:rPr lang="zh-CN" dirty="0" smtClean="0"/>
            <a:t>依赖文件系统来存储和缓存消息，直接将数据写入日志文件，基于磁盘空间建立消息系统，优于内存存储。</a:t>
          </a:r>
          <a:endParaRPr lang="zh-CN" dirty="0"/>
        </a:p>
      </dgm:t>
    </dgm:pt>
    <dgm:pt modelId="{79D121C2-45AE-4415-9C2E-B4836CF49422}" type="parTrans" cxnId="{67357DF2-94B9-409C-9714-2DB90E767F59}">
      <dgm:prSet/>
      <dgm:spPr/>
      <dgm:t>
        <a:bodyPr/>
        <a:lstStyle/>
        <a:p>
          <a:endParaRPr lang="zh-CN" altLang="en-US"/>
        </a:p>
      </dgm:t>
    </dgm:pt>
    <dgm:pt modelId="{245B5944-A1E9-4DDE-AF60-FADD58ED8D37}" type="sibTrans" cxnId="{67357DF2-94B9-409C-9714-2DB90E767F59}">
      <dgm:prSet/>
      <dgm:spPr/>
      <dgm:t>
        <a:bodyPr/>
        <a:lstStyle/>
        <a:p>
          <a:endParaRPr lang="zh-CN" altLang="en-US"/>
        </a:p>
      </dgm:t>
    </dgm:pt>
    <dgm:pt modelId="{C3A573B1-A860-46D6-B564-211D08408A88}">
      <dgm:prSet/>
      <dgm:spPr/>
      <dgm:t>
        <a:bodyPr/>
        <a:lstStyle/>
        <a:p>
          <a:pPr rtl="0"/>
          <a:r>
            <a:rPr lang="en-US" dirty="0" smtClean="0"/>
            <a:t>Kafka</a:t>
          </a:r>
          <a:r>
            <a:rPr lang="zh-CN" dirty="0" smtClean="0"/>
            <a:t>读写数据采用线性读写，读操作不影响写操作，数据大小不对性能产生影响。</a:t>
          </a:r>
          <a:endParaRPr lang="zh-CN" dirty="0"/>
        </a:p>
      </dgm:t>
    </dgm:pt>
    <dgm:pt modelId="{EC242C46-39E2-40B6-AE13-48993A323D0D}" type="parTrans" cxnId="{1D71A54F-E2A8-450D-ABD0-4105F8DF4258}">
      <dgm:prSet/>
      <dgm:spPr/>
      <dgm:t>
        <a:bodyPr/>
        <a:lstStyle/>
        <a:p>
          <a:endParaRPr lang="zh-CN" altLang="en-US"/>
        </a:p>
      </dgm:t>
    </dgm:pt>
    <dgm:pt modelId="{D5896D04-2F21-4EC1-882C-E7E04FB126E4}" type="sibTrans" cxnId="{1D71A54F-E2A8-450D-ABD0-4105F8DF4258}">
      <dgm:prSet/>
      <dgm:spPr/>
      <dgm:t>
        <a:bodyPr/>
        <a:lstStyle/>
        <a:p>
          <a:endParaRPr lang="zh-CN" altLang="en-US"/>
        </a:p>
      </dgm:t>
    </dgm:pt>
    <dgm:pt modelId="{70222B68-55D5-41D7-8D2E-0E46B9C95CDB}">
      <dgm:prSet/>
      <dgm:spPr/>
      <dgm:t>
        <a:bodyPr/>
        <a:lstStyle/>
        <a:p>
          <a:pPr rtl="0"/>
          <a:r>
            <a:rPr lang="zh-CN" dirty="0" smtClean="0"/>
            <a:t>线性磁盘读写，性能有保障，数据保持时间长。</a:t>
          </a:r>
          <a:br>
            <a:rPr lang="zh-CN" dirty="0" smtClean="0"/>
          </a:br>
          <a:r>
            <a:rPr lang="en-US" dirty="0" smtClean="0"/>
            <a:t>   </a:t>
          </a:r>
          <a:endParaRPr lang="zh-CN" dirty="0"/>
        </a:p>
      </dgm:t>
    </dgm:pt>
    <dgm:pt modelId="{16C1D903-47A9-4D1A-8D71-D9A2F85E730B}" type="parTrans" cxnId="{2E08E92C-2E20-40F0-972A-4EFD57D0A22E}">
      <dgm:prSet/>
      <dgm:spPr/>
      <dgm:t>
        <a:bodyPr/>
        <a:lstStyle/>
        <a:p>
          <a:endParaRPr lang="zh-CN" altLang="en-US"/>
        </a:p>
      </dgm:t>
    </dgm:pt>
    <dgm:pt modelId="{82BFFDFE-63E5-4673-B62A-B679A4BCCEDC}" type="sibTrans" cxnId="{2E08E92C-2E20-40F0-972A-4EFD57D0A22E}">
      <dgm:prSet/>
      <dgm:spPr/>
      <dgm:t>
        <a:bodyPr/>
        <a:lstStyle/>
        <a:p>
          <a:endParaRPr lang="zh-CN" altLang="en-US"/>
        </a:p>
      </dgm:t>
    </dgm:pt>
    <dgm:pt modelId="{2667CD4A-3C1E-4CB1-A952-696F1F78FF81}" type="pres">
      <dgm:prSet presAssocID="{E30538D8-0249-428C-996A-1F71BAA86A49}" presName="Name0" presStyleCnt="0">
        <dgm:presLayoutVars>
          <dgm:dir/>
          <dgm:animLvl val="lvl"/>
          <dgm:resizeHandles val="exact"/>
        </dgm:presLayoutVars>
      </dgm:prSet>
      <dgm:spPr/>
      <dgm:t>
        <a:bodyPr/>
        <a:lstStyle/>
        <a:p>
          <a:endParaRPr lang="zh-CN" altLang="en-US"/>
        </a:p>
      </dgm:t>
    </dgm:pt>
    <dgm:pt modelId="{C11224F0-5932-4A26-AAEE-25CFB85D2D84}" type="pres">
      <dgm:prSet presAssocID="{B9ACE7B6-F707-4649-9D51-C428B2C42D67}" presName="linNode" presStyleCnt="0"/>
      <dgm:spPr/>
    </dgm:pt>
    <dgm:pt modelId="{818A887B-3C87-4BE5-A316-82371833B273}" type="pres">
      <dgm:prSet presAssocID="{B9ACE7B6-F707-4649-9D51-C428B2C42D67}" presName="parentText" presStyleLbl="node1" presStyleIdx="0" presStyleCnt="3">
        <dgm:presLayoutVars>
          <dgm:chMax val="1"/>
          <dgm:bulletEnabled val="1"/>
        </dgm:presLayoutVars>
      </dgm:prSet>
      <dgm:spPr/>
      <dgm:t>
        <a:bodyPr/>
        <a:lstStyle/>
        <a:p>
          <a:endParaRPr lang="zh-CN" altLang="en-US"/>
        </a:p>
      </dgm:t>
    </dgm:pt>
    <dgm:pt modelId="{AACD1A97-00FC-4B15-BBD0-261B3B7686C5}" type="pres">
      <dgm:prSet presAssocID="{245B5944-A1E9-4DDE-AF60-FADD58ED8D37}" presName="sp" presStyleCnt="0"/>
      <dgm:spPr/>
    </dgm:pt>
    <dgm:pt modelId="{A3CCA94B-3193-4F68-9638-51AC315FAC1B}" type="pres">
      <dgm:prSet presAssocID="{C3A573B1-A860-46D6-B564-211D08408A88}" presName="linNode" presStyleCnt="0"/>
      <dgm:spPr/>
    </dgm:pt>
    <dgm:pt modelId="{5F73968B-7F35-411E-B48D-40DE23DCDD75}" type="pres">
      <dgm:prSet presAssocID="{C3A573B1-A860-46D6-B564-211D08408A88}" presName="parentText" presStyleLbl="node1" presStyleIdx="1" presStyleCnt="3">
        <dgm:presLayoutVars>
          <dgm:chMax val="1"/>
          <dgm:bulletEnabled val="1"/>
        </dgm:presLayoutVars>
      </dgm:prSet>
      <dgm:spPr/>
      <dgm:t>
        <a:bodyPr/>
        <a:lstStyle/>
        <a:p>
          <a:endParaRPr lang="zh-CN" altLang="en-US"/>
        </a:p>
      </dgm:t>
    </dgm:pt>
    <dgm:pt modelId="{0941A3F4-7124-4FD4-9AA8-CE200B7F8CFC}" type="pres">
      <dgm:prSet presAssocID="{D5896D04-2F21-4EC1-882C-E7E04FB126E4}" presName="sp" presStyleCnt="0"/>
      <dgm:spPr/>
    </dgm:pt>
    <dgm:pt modelId="{A445C70F-0CF9-4BA6-84FE-0F7B66E1E63B}" type="pres">
      <dgm:prSet presAssocID="{70222B68-55D5-41D7-8D2E-0E46B9C95CDB}" presName="linNode" presStyleCnt="0"/>
      <dgm:spPr/>
    </dgm:pt>
    <dgm:pt modelId="{0085A439-8463-4D05-8B2F-229956695688}" type="pres">
      <dgm:prSet presAssocID="{70222B68-55D5-41D7-8D2E-0E46B9C95CDB}" presName="parentText" presStyleLbl="node1" presStyleIdx="2" presStyleCnt="3">
        <dgm:presLayoutVars>
          <dgm:chMax val="1"/>
          <dgm:bulletEnabled val="1"/>
        </dgm:presLayoutVars>
      </dgm:prSet>
      <dgm:spPr/>
      <dgm:t>
        <a:bodyPr/>
        <a:lstStyle/>
        <a:p>
          <a:endParaRPr lang="zh-CN" altLang="en-US"/>
        </a:p>
      </dgm:t>
    </dgm:pt>
  </dgm:ptLst>
  <dgm:cxnLst>
    <dgm:cxn modelId="{6DF73751-D90C-4F1E-808C-BECA049DBE10}" type="presOf" srcId="{70222B68-55D5-41D7-8D2E-0E46B9C95CDB}" destId="{0085A439-8463-4D05-8B2F-229956695688}" srcOrd="0" destOrd="0" presId="urn:microsoft.com/office/officeart/2005/8/layout/vList5"/>
    <dgm:cxn modelId="{C98C5740-7F76-46D8-92AA-28CEEA115F74}" type="presOf" srcId="{C3A573B1-A860-46D6-B564-211D08408A88}" destId="{5F73968B-7F35-411E-B48D-40DE23DCDD75}" srcOrd="0" destOrd="0" presId="urn:microsoft.com/office/officeart/2005/8/layout/vList5"/>
    <dgm:cxn modelId="{67357DF2-94B9-409C-9714-2DB90E767F59}" srcId="{E30538D8-0249-428C-996A-1F71BAA86A49}" destId="{B9ACE7B6-F707-4649-9D51-C428B2C42D67}" srcOrd="0" destOrd="0" parTransId="{79D121C2-45AE-4415-9C2E-B4836CF49422}" sibTransId="{245B5944-A1E9-4DDE-AF60-FADD58ED8D37}"/>
    <dgm:cxn modelId="{9AC04F66-FBF8-4DC7-901A-772F1C843CA3}" type="presOf" srcId="{E30538D8-0249-428C-996A-1F71BAA86A49}" destId="{2667CD4A-3C1E-4CB1-A952-696F1F78FF81}" srcOrd="0" destOrd="0" presId="urn:microsoft.com/office/officeart/2005/8/layout/vList5"/>
    <dgm:cxn modelId="{AE482603-28B6-477E-997E-A0C176155F29}" type="presOf" srcId="{B9ACE7B6-F707-4649-9D51-C428B2C42D67}" destId="{818A887B-3C87-4BE5-A316-82371833B273}" srcOrd="0" destOrd="0" presId="urn:microsoft.com/office/officeart/2005/8/layout/vList5"/>
    <dgm:cxn modelId="{1D71A54F-E2A8-450D-ABD0-4105F8DF4258}" srcId="{E30538D8-0249-428C-996A-1F71BAA86A49}" destId="{C3A573B1-A860-46D6-B564-211D08408A88}" srcOrd="1" destOrd="0" parTransId="{EC242C46-39E2-40B6-AE13-48993A323D0D}" sibTransId="{D5896D04-2F21-4EC1-882C-E7E04FB126E4}"/>
    <dgm:cxn modelId="{2E08E92C-2E20-40F0-972A-4EFD57D0A22E}" srcId="{E30538D8-0249-428C-996A-1F71BAA86A49}" destId="{70222B68-55D5-41D7-8D2E-0E46B9C95CDB}" srcOrd="2" destOrd="0" parTransId="{16C1D903-47A9-4D1A-8D71-D9A2F85E730B}" sibTransId="{82BFFDFE-63E5-4673-B62A-B679A4BCCEDC}"/>
    <dgm:cxn modelId="{3FCFD812-BAC3-484E-A512-137E1D3CB11C}" type="presParOf" srcId="{2667CD4A-3C1E-4CB1-A952-696F1F78FF81}" destId="{C11224F0-5932-4A26-AAEE-25CFB85D2D84}" srcOrd="0" destOrd="0" presId="urn:microsoft.com/office/officeart/2005/8/layout/vList5"/>
    <dgm:cxn modelId="{644191D7-6E70-4289-ABE6-1FBBA1EC42C6}" type="presParOf" srcId="{C11224F0-5932-4A26-AAEE-25CFB85D2D84}" destId="{818A887B-3C87-4BE5-A316-82371833B273}" srcOrd="0" destOrd="0" presId="urn:microsoft.com/office/officeart/2005/8/layout/vList5"/>
    <dgm:cxn modelId="{754712CF-476D-479D-98AD-5BAC4FD4852F}" type="presParOf" srcId="{2667CD4A-3C1E-4CB1-A952-696F1F78FF81}" destId="{AACD1A97-00FC-4B15-BBD0-261B3B7686C5}" srcOrd="1" destOrd="0" presId="urn:microsoft.com/office/officeart/2005/8/layout/vList5"/>
    <dgm:cxn modelId="{0EDA72AC-0D6E-4715-8AAB-6BE3060E52B4}" type="presParOf" srcId="{2667CD4A-3C1E-4CB1-A952-696F1F78FF81}" destId="{A3CCA94B-3193-4F68-9638-51AC315FAC1B}" srcOrd="2" destOrd="0" presId="urn:microsoft.com/office/officeart/2005/8/layout/vList5"/>
    <dgm:cxn modelId="{53A62EE1-E39A-47C5-A837-E759DA57EC11}" type="presParOf" srcId="{A3CCA94B-3193-4F68-9638-51AC315FAC1B}" destId="{5F73968B-7F35-411E-B48D-40DE23DCDD75}" srcOrd="0" destOrd="0" presId="urn:microsoft.com/office/officeart/2005/8/layout/vList5"/>
    <dgm:cxn modelId="{99EB697A-E087-4B07-82F2-57B1D026BF6D}" type="presParOf" srcId="{2667CD4A-3C1E-4CB1-A952-696F1F78FF81}" destId="{0941A3F4-7124-4FD4-9AA8-CE200B7F8CFC}" srcOrd="3" destOrd="0" presId="urn:microsoft.com/office/officeart/2005/8/layout/vList5"/>
    <dgm:cxn modelId="{7C4F384C-E441-4FA5-87C9-74DF67E40F03}" type="presParOf" srcId="{2667CD4A-3C1E-4CB1-A952-696F1F78FF81}" destId="{A445C70F-0CF9-4BA6-84FE-0F7B66E1E63B}" srcOrd="4" destOrd="0" presId="urn:microsoft.com/office/officeart/2005/8/layout/vList5"/>
    <dgm:cxn modelId="{A8D81124-67C4-4673-AE5E-96613B7F3C02}" type="presParOf" srcId="{A445C70F-0CF9-4BA6-84FE-0F7B66E1E63B}" destId="{0085A439-8463-4D05-8B2F-229956695688}"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C7D636-B051-430D-B284-1BAD9FA3C15D}" type="doc">
      <dgm:prSet loTypeId="urn:microsoft.com/office/officeart/2005/8/layout/pyramid2" loCatId="list" qsTypeId="urn:microsoft.com/office/officeart/2005/8/quickstyle/simple1" qsCatId="simple" csTypeId="urn:microsoft.com/office/officeart/2005/8/colors/accent1_2" csCatId="accent1" phldr="1"/>
      <dgm:spPr/>
      <dgm:t>
        <a:bodyPr/>
        <a:lstStyle/>
        <a:p>
          <a:endParaRPr lang="zh-CN" altLang="en-US"/>
        </a:p>
      </dgm:t>
    </dgm:pt>
    <dgm:pt modelId="{DEC08A95-27CA-4A42-931D-3ECF956119B1}">
      <dgm:prSet/>
      <dgm:spPr/>
      <dgm:t>
        <a:bodyPr/>
        <a:lstStyle/>
        <a:p>
          <a:pPr rtl="0"/>
          <a:r>
            <a:rPr lang="en-US" i="1" dirty="0" smtClean="0"/>
            <a:t>At most once</a:t>
          </a:r>
          <a:r>
            <a:rPr lang="en-US" dirty="0" smtClean="0"/>
            <a:t>—Messages may be lost but are never redelivered.</a:t>
          </a:r>
          <a:endParaRPr lang="zh-CN" dirty="0"/>
        </a:p>
      </dgm:t>
    </dgm:pt>
    <dgm:pt modelId="{F23260D4-B23A-410C-981A-FB3CD2C07587}" type="parTrans" cxnId="{46B6E27E-3421-40D8-934D-A0A926803660}">
      <dgm:prSet/>
      <dgm:spPr/>
      <dgm:t>
        <a:bodyPr/>
        <a:lstStyle/>
        <a:p>
          <a:endParaRPr lang="zh-CN" altLang="en-US"/>
        </a:p>
      </dgm:t>
    </dgm:pt>
    <dgm:pt modelId="{638AC486-9D22-4503-9BC0-530188B9D1D3}" type="sibTrans" cxnId="{46B6E27E-3421-40D8-934D-A0A926803660}">
      <dgm:prSet/>
      <dgm:spPr/>
      <dgm:t>
        <a:bodyPr/>
        <a:lstStyle/>
        <a:p>
          <a:endParaRPr lang="zh-CN" altLang="en-US"/>
        </a:p>
      </dgm:t>
    </dgm:pt>
    <dgm:pt modelId="{5861618C-6167-4D01-B253-A272304D7717}">
      <dgm:prSet>
        <dgm:style>
          <a:lnRef idx="3">
            <a:schemeClr val="lt1"/>
          </a:lnRef>
          <a:fillRef idx="1">
            <a:schemeClr val="accent3"/>
          </a:fillRef>
          <a:effectRef idx="1">
            <a:schemeClr val="accent3"/>
          </a:effectRef>
          <a:fontRef idx="minor">
            <a:schemeClr val="lt1"/>
          </a:fontRef>
        </dgm:style>
      </dgm:prSet>
      <dgm:spPr/>
      <dgm:t>
        <a:bodyPr/>
        <a:lstStyle/>
        <a:p>
          <a:pPr rtl="0"/>
          <a:r>
            <a:rPr lang="en-US" i="1" dirty="0" smtClean="0"/>
            <a:t>At least once</a:t>
          </a:r>
          <a:r>
            <a:rPr lang="en-US" dirty="0" smtClean="0"/>
            <a:t>—Messages are never lost but may be redelivered.</a:t>
          </a:r>
          <a:endParaRPr lang="zh-CN" dirty="0"/>
        </a:p>
      </dgm:t>
    </dgm:pt>
    <dgm:pt modelId="{9242633E-CCE2-43F9-B1F8-1CD148D797F7}" type="parTrans" cxnId="{DE7191AC-A28A-40F5-B583-2BCA1FE135E5}">
      <dgm:prSet/>
      <dgm:spPr/>
      <dgm:t>
        <a:bodyPr/>
        <a:lstStyle/>
        <a:p>
          <a:endParaRPr lang="zh-CN" altLang="en-US"/>
        </a:p>
      </dgm:t>
    </dgm:pt>
    <dgm:pt modelId="{FFD54977-AD1B-427A-999B-D420F28541C0}" type="sibTrans" cxnId="{DE7191AC-A28A-40F5-B583-2BCA1FE135E5}">
      <dgm:prSet/>
      <dgm:spPr/>
      <dgm:t>
        <a:bodyPr/>
        <a:lstStyle/>
        <a:p>
          <a:endParaRPr lang="zh-CN" altLang="en-US"/>
        </a:p>
      </dgm:t>
    </dgm:pt>
    <dgm:pt modelId="{767B1E1A-7508-4150-89B7-2302E5B1535B}">
      <dgm:prSet/>
      <dgm:spPr/>
      <dgm:t>
        <a:bodyPr/>
        <a:lstStyle/>
        <a:p>
          <a:pPr rtl="0"/>
          <a:r>
            <a:rPr lang="en-US" i="1" dirty="0" smtClean="0"/>
            <a:t>Exactly once</a:t>
          </a:r>
          <a:r>
            <a:rPr lang="en-US" dirty="0" smtClean="0"/>
            <a:t>—this is what people actually want, each message is delivered once and only once.</a:t>
          </a:r>
          <a:endParaRPr lang="zh-CN" dirty="0"/>
        </a:p>
      </dgm:t>
    </dgm:pt>
    <dgm:pt modelId="{D87610FD-5D3B-4BAF-A622-44AD2D63FDAD}" type="parTrans" cxnId="{7B53F3E6-930F-4870-B4DE-D6A0F80BE1D3}">
      <dgm:prSet/>
      <dgm:spPr/>
      <dgm:t>
        <a:bodyPr/>
        <a:lstStyle/>
        <a:p>
          <a:endParaRPr lang="zh-CN" altLang="en-US"/>
        </a:p>
      </dgm:t>
    </dgm:pt>
    <dgm:pt modelId="{C15E001A-E868-452D-B0F0-D908037975C7}" type="sibTrans" cxnId="{7B53F3E6-930F-4870-B4DE-D6A0F80BE1D3}">
      <dgm:prSet/>
      <dgm:spPr/>
      <dgm:t>
        <a:bodyPr/>
        <a:lstStyle/>
        <a:p>
          <a:endParaRPr lang="zh-CN" altLang="en-US"/>
        </a:p>
      </dgm:t>
    </dgm:pt>
    <dgm:pt modelId="{69EA772C-1C49-4854-9AE0-AA1123160CDC}" type="pres">
      <dgm:prSet presAssocID="{F6C7D636-B051-430D-B284-1BAD9FA3C15D}" presName="compositeShape" presStyleCnt="0">
        <dgm:presLayoutVars>
          <dgm:dir/>
          <dgm:resizeHandles/>
        </dgm:presLayoutVars>
      </dgm:prSet>
      <dgm:spPr/>
      <dgm:t>
        <a:bodyPr/>
        <a:lstStyle/>
        <a:p>
          <a:endParaRPr lang="zh-CN" altLang="en-US"/>
        </a:p>
      </dgm:t>
    </dgm:pt>
    <dgm:pt modelId="{74CA4AC0-7B0E-48EC-85C6-74F83979D4C5}" type="pres">
      <dgm:prSet presAssocID="{F6C7D636-B051-430D-B284-1BAD9FA3C15D}" presName="pyramid" presStyleLbl="node1" presStyleIdx="0" presStyleCnt="1" custLinFactNeighborX="-3972"/>
      <dgm:spPr/>
    </dgm:pt>
    <dgm:pt modelId="{0BD2FBC5-4170-4C85-AD75-0EF532330B70}" type="pres">
      <dgm:prSet presAssocID="{F6C7D636-B051-430D-B284-1BAD9FA3C15D}" presName="theList" presStyleCnt="0"/>
      <dgm:spPr/>
    </dgm:pt>
    <dgm:pt modelId="{1B746B8B-29D5-469B-A770-0C955D8C4BE6}" type="pres">
      <dgm:prSet presAssocID="{DEC08A95-27CA-4A42-931D-3ECF956119B1}" presName="aNode" presStyleLbl="fgAcc1" presStyleIdx="0" presStyleCnt="3">
        <dgm:presLayoutVars>
          <dgm:bulletEnabled val="1"/>
        </dgm:presLayoutVars>
      </dgm:prSet>
      <dgm:spPr/>
      <dgm:t>
        <a:bodyPr/>
        <a:lstStyle/>
        <a:p>
          <a:endParaRPr lang="zh-CN" altLang="en-US"/>
        </a:p>
      </dgm:t>
    </dgm:pt>
    <dgm:pt modelId="{478D3BCD-A511-4D8F-82A7-0CDA6BE5AA6D}" type="pres">
      <dgm:prSet presAssocID="{DEC08A95-27CA-4A42-931D-3ECF956119B1}" presName="aSpace" presStyleCnt="0"/>
      <dgm:spPr/>
    </dgm:pt>
    <dgm:pt modelId="{41A3F9B2-8864-4A39-8C93-F3DD810B9574}" type="pres">
      <dgm:prSet presAssocID="{5861618C-6167-4D01-B253-A272304D7717}" presName="aNode" presStyleLbl="fgAcc1" presStyleIdx="1" presStyleCnt="3">
        <dgm:presLayoutVars>
          <dgm:bulletEnabled val="1"/>
        </dgm:presLayoutVars>
      </dgm:prSet>
      <dgm:spPr/>
      <dgm:t>
        <a:bodyPr/>
        <a:lstStyle/>
        <a:p>
          <a:endParaRPr lang="zh-CN" altLang="en-US"/>
        </a:p>
      </dgm:t>
    </dgm:pt>
    <dgm:pt modelId="{60FF6DEF-A721-4608-A891-F5B4749DD4D9}" type="pres">
      <dgm:prSet presAssocID="{5861618C-6167-4D01-B253-A272304D7717}" presName="aSpace" presStyleCnt="0"/>
      <dgm:spPr/>
    </dgm:pt>
    <dgm:pt modelId="{F755C061-8C74-4330-840B-62767ACF93F1}" type="pres">
      <dgm:prSet presAssocID="{767B1E1A-7508-4150-89B7-2302E5B1535B}" presName="aNode" presStyleLbl="fgAcc1" presStyleIdx="2" presStyleCnt="3">
        <dgm:presLayoutVars>
          <dgm:bulletEnabled val="1"/>
        </dgm:presLayoutVars>
      </dgm:prSet>
      <dgm:spPr/>
      <dgm:t>
        <a:bodyPr/>
        <a:lstStyle/>
        <a:p>
          <a:endParaRPr lang="zh-CN" altLang="en-US"/>
        </a:p>
      </dgm:t>
    </dgm:pt>
    <dgm:pt modelId="{62CDA043-7327-4931-A080-A79B1918BBAD}" type="pres">
      <dgm:prSet presAssocID="{767B1E1A-7508-4150-89B7-2302E5B1535B}" presName="aSpace" presStyleCnt="0"/>
      <dgm:spPr/>
    </dgm:pt>
  </dgm:ptLst>
  <dgm:cxnLst>
    <dgm:cxn modelId="{EB99A290-1B1C-4608-91C8-A5FBEFFE22EF}" type="presOf" srcId="{767B1E1A-7508-4150-89B7-2302E5B1535B}" destId="{F755C061-8C74-4330-840B-62767ACF93F1}" srcOrd="0" destOrd="0" presId="urn:microsoft.com/office/officeart/2005/8/layout/pyramid2"/>
    <dgm:cxn modelId="{3FA527EA-6209-4406-ABAC-3AF6625A2E98}" type="presOf" srcId="{5861618C-6167-4D01-B253-A272304D7717}" destId="{41A3F9B2-8864-4A39-8C93-F3DD810B9574}" srcOrd="0" destOrd="0" presId="urn:microsoft.com/office/officeart/2005/8/layout/pyramid2"/>
    <dgm:cxn modelId="{7B53F3E6-930F-4870-B4DE-D6A0F80BE1D3}" srcId="{F6C7D636-B051-430D-B284-1BAD9FA3C15D}" destId="{767B1E1A-7508-4150-89B7-2302E5B1535B}" srcOrd="2" destOrd="0" parTransId="{D87610FD-5D3B-4BAF-A622-44AD2D63FDAD}" sibTransId="{C15E001A-E868-452D-B0F0-D908037975C7}"/>
    <dgm:cxn modelId="{DE7191AC-A28A-40F5-B583-2BCA1FE135E5}" srcId="{F6C7D636-B051-430D-B284-1BAD9FA3C15D}" destId="{5861618C-6167-4D01-B253-A272304D7717}" srcOrd="1" destOrd="0" parTransId="{9242633E-CCE2-43F9-B1F8-1CD148D797F7}" sibTransId="{FFD54977-AD1B-427A-999B-D420F28541C0}"/>
    <dgm:cxn modelId="{46B6E27E-3421-40D8-934D-A0A926803660}" srcId="{F6C7D636-B051-430D-B284-1BAD9FA3C15D}" destId="{DEC08A95-27CA-4A42-931D-3ECF956119B1}" srcOrd="0" destOrd="0" parTransId="{F23260D4-B23A-410C-981A-FB3CD2C07587}" sibTransId="{638AC486-9D22-4503-9BC0-530188B9D1D3}"/>
    <dgm:cxn modelId="{97DBB5E5-A9D8-47F6-AA99-829189337176}" type="presOf" srcId="{F6C7D636-B051-430D-B284-1BAD9FA3C15D}" destId="{69EA772C-1C49-4854-9AE0-AA1123160CDC}" srcOrd="0" destOrd="0" presId="urn:microsoft.com/office/officeart/2005/8/layout/pyramid2"/>
    <dgm:cxn modelId="{10844B1B-63EE-41E5-B139-8983DDD4FFC6}" type="presOf" srcId="{DEC08A95-27CA-4A42-931D-3ECF956119B1}" destId="{1B746B8B-29D5-469B-A770-0C955D8C4BE6}" srcOrd="0" destOrd="0" presId="urn:microsoft.com/office/officeart/2005/8/layout/pyramid2"/>
    <dgm:cxn modelId="{29B54FF4-0620-446A-ACE2-1201FBBCE9CD}" type="presParOf" srcId="{69EA772C-1C49-4854-9AE0-AA1123160CDC}" destId="{74CA4AC0-7B0E-48EC-85C6-74F83979D4C5}" srcOrd="0" destOrd="0" presId="urn:microsoft.com/office/officeart/2005/8/layout/pyramid2"/>
    <dgm:cxn modelId="{35418E15-C076-4FF8-AD15-F3A1D09F64FA}" type="presParOf" srcId="{69EA772C-1C49-4854-9AE0-AA1123160CDC}" destId="{0BD2FBC5-4170-4C85-AD75-0EF532330B70}" srcOrd="1" destOrd="0" presId="urn:microsoft.com/office/officeart/2005/8/layout/pyramid2"/>
    <dgm:cxn modelId="{960F1493-EFF5-4930-87FE-5EAD16C12463}" type="presParOf" srcId="{0BD2FBC5-4170-4C85-AD75-0EF532330B70}" destId="{1B746B8B-29D5-469B-A770-0C955D8C4BE6}" srcOrd="0" destOrd="0" presId="urn:microsoft.com/office/officeart/2005/8/layout/pyramid2"/>
    <dgm:cxn modelId="{DCF1A096-1427-418C-BC05-5A1E4072BAF1}" type="presParOf" srcId="{0BD2FBC5-4170-4C85-AD75-0EF532330B70}" destId="{478D3BCD-A511-4D8F-82A7-0CDA6BE5AA6D}" srcOrd="1" destOrd="0" presId="urn:microsoft.com/office/officeart/2005/8/layout/pyramid2"/>
    <dgm:cxn modelId="{3988D877-4672-433D-B335-567AA7359AC9}" type="presParOf" srcId="{0BD2FBC5-4170-4C85-AD75-0EF532330B70}" destId="{41A3F9B2-8864-4A39-8C93-F3DD810B9574}" srcOrd="2" destOrd="0" presId="urn:microsoft.com/office/officeart/2005/8/layout/pyramid2"/>
    <dgm:cxn modelId="{F1B78733-2C5B-4264-97EC-EB8E97BD2290}" type="presParOf" srcId="{0BD2FBC5-4170-4C85-AD75-0EF532330B70}" destId="{60FF6DEF-A721-4608-A891-F5B4749DD4D9}" srcOrd="3" destOrd="0" presId="urn:microsoft.com/office/officeart/2005/8/layout/pyramid2"/>
    <dgm:cxn modelId="{7F49D5F8-1BD8-440F-9A03-062E19785DA9}" type="presParOf" srcId="{0BD2FBC5-4170-4C85-AD75-0EF532330B70}" destId="{F755C061-8C74-4330-840B-62767ACF93F1}" srcOrd="4" destOrd="0" presId="urn:microsoft.com/office/officeart/2005/8/layout/pyramid2"/>
    <dgm:cxn modelId="{F4A8E6A2-247D-447C-857C-5E631A399195}" type="presParOf" srcId="{0BD2FBC5-4170-4C85-AD75-0EF532330B70}" destId="{62CDA043-7327-4931-A080-A79B1918BBAD}" srcOrd="5"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6C14A-EB50-4AB5-BCF8-0B6C39AA3343}">
      <dsp:nvSpPr>
        <dsp:cNvPr id="0" name=""/>
        <dsp:cNvSpPr/>
      </dsp:nvSpPr>
      <dsp:spPr>
        <a:xfrm>
          <a:off x="0" y="370271"/>
          <a:ext cx="8143875"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89D3A-3459-47AC-9FAE-C17BBA63E962}">
      <dsp:nvSpPr>
        <dsp:cNvPr id="0" name=""/>
        <dsp:cNvSpPr/>
      </dsp:nvSpPr>
      <dsp:spPr>
        <a:xfrm>
          <a:off x="407193" y="89831"/>
          <a:ext cx="5700712" cy="560880"/>
        </a:xfrm>
        <a:prstGeom prst="roundRect">
          <a:avLst/>
        </a:prstGeom>
        <a:gradFill rotWithShape="0">
          <a:gsLst>
            <a:gs pos="0">
              <a:schemeClr val="accent1">
                <a:hueOff val="0"/>
                <a:satOff val="0"/>
                <a:lumOff val="0"/>
                <a:alphaOff val="0"/>
                <a:tint val="75000"/>
                <a:shade val="95000"/>
                <a:satMod val="175000"/>
              </a:schemeClr>
            </a:gs>
            <a:gs pos="12000">
              <a:schemeClr val="accent1">
                <a:hueOff val="0"/>
                <a:satOff val="0"/>
                <a:lumOff val="0"/>
                <a:alphaOff val="0"/>
                <a:tint val="90000"/>
                <a:shade val="90000"/>
                <a:satMod val="150000"/>
              </a:schemeClr>
            </a:gs>
            <a:gs pos="100000">
              <a:schemeClr val="accent1">
                <a:hueOff val="0"/>
                <a:satOff val="0"/>
                <a:lumOff val="0"/>
                <a:alphaOff val="0"/>
                <a:tint val="100000"/>
                <a:shade val="75000"/>
                <a:satMod val="150000"/>
              </a:schemeClr>
            </a:gs>
          </a:gsLst>
          <a:lin ang="16200000" scaled="1"/>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844550">
            <a:lnSpc>
              <a:spcPct val="90000"/>
            </a:lnSpc>
            <a:spcBef>
              <a:spcPct val="0"/>
            </a:spcBef>
            <a:spcAft>
              <a:spcPct val="35000"/>
            </a:spcAft>
          </a:pPr>
          <a:r>
            <a:rPr lang="en-US" altLang="zh-CN" sz="1900" kern="1200" dirty="0" smtClean="0"/>
            <a:t>1</a:t>
          </a:r>
          <a:r>
            <a:rPr lang="zh-CN" altLang="en-US" sz="1900" kern="1200" dirty="0" smtClean="0"/>
            <a:t>、</a:t>
          </a:r>
          <a:r>
            <a:rPr lang="en-US" altLang="zh-CN" sz="1900" kern="1200" dirty="0" smtClean="0"/>
            <a:t>Kafka</a:t>
          </a:r>
          <a:r>
            <a:rPr lang="zh-CN" altLang="en-US" sz="1900" kern="1200" dirty="0" smtClean="0"/>
            <a:t>简介</a:t>
          </a:r>
          <a:endParaRPr lang="zh-CN" altLang="en-US" sz="1900" kern="1200" dirty="0"/>
        </a:p>
      </dsp:txBody>
      <dsp:txXfrm>
        <a:off x="434573" y="117211"/>
        <a:ext cx="5645952" cy="506120"/>
      </dsp:txXfrm>
    </dsp:sp>
    <dsp:sp modelId="{301F4945-2654-4892-BCC5-36B2F510A36D}">
      <dsp:nvSpPr>
        <dsp:cNvPr id="0" name=""/>
        <dsp:cNvSpPr/>
      </dsp:nvSpPr>
      <dsp:spPr>
        <a:xfrm>
          <a:off x="0" y="1232111"/>
          <a:ext cx="8143875"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DEB2F94-4AE3-4A2A-A8DB-C41E6397E24C}">
      <dsp:nvSpPr>
        <dsp:cNvPr id="0" name=""/>
        <dsp:cNvSpPr/>
      </dsp:nvSpPr>
      <dsp:spPr>
        <a:xfrm>
          <a:off x="407193" y="951671"/>
          <a:ext cx="5700712" cy="560880"/>
        </a:xfrm>
        <a:prstGeom prst="roundRect">
          <a:avLst/>
        </a:prstGeom>
        <a:gradFill rotWithShape="0">
          <a:gsLst>
            <a:gs pos="0">
              <a:schemeClr val="accent1">
                <a:hueOff val="0"/>
                <a:satOff val="0"/>
                <a:lumOff val="0"/>
                <a:alphaOff val="0"/>
                <a:tint val="75000"/>
                <a:shade val="95000"/>
                <a:satMod val="175000"/>
              </a:schemeClr>
            </a:gs>
            <a:gs pos="12000">
              <a:schemeClr val="accent1">
                <a:hueOff val="0"/>
                <a:satOff val="0"/>
                <a:lumOff val="0"/>
                <a:alphaOff val="0"/>
                <a:tint val="90000"/>
                <a:shade val="90000"/>
                <a:satMod val="150000"/>
              </a:schemeClr>
            </a:gs>
            <a:gs pos="100000">
              <a:schemeClr val="accent1">
                <a:hueOff val="0"/>
                <a:satOff val="0"/>
                <a:lumOff val="0"/>
                <a:alphaOff val="0"/>
                <a:tint val="100000"/>
                <a:shade val="75000"/>
                <a:satMod val="150000"/>
              </a:schemeClr>
            </a:gs>
          </a:gsLst>
          <a:lin ang="16200000" scaled="1"/>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844550">
            <a:lnSpc>
              <a:spcPct val="90000"/>
            </a:lnSpc>
            <a:spcBef>
              <a:spcPct val="0"/>
            </a:spcBef>
            <a:spcAft>
              <a:spcPct val="35000"/>
            </a:spcAft>
          </a:pPr>
          <a:r>
            <a:rPr lang="en-US" altLang="zh-CN" sz="1900" kern="1200" dirty="0" smtClean="0"/>
            <a:t>2</a:t>
          </a:r>
          <a:r>
            <a:rPr lang="zh-CN" altLang="en-US" sz="1900" kern="1200" dirty="0" smtClean="0"/>
            <a:t>、</a:t>
          </a:r>
          <a:r>
            <a:rPr lang="en-US" altLang="zh-CN" sz="1900" kern="1200" dirty="0" smtClean="0"/>
            <a:t>Kafka</a:t>
          </a:r>
          <a:r>
            <a:rPr lang="zh-CN" altLang="en-US" sz="1900" kern="1200" dirty="0" smtClean="0"/>
            <a:t>设计原理</a:t>
          </a:r>
          <a:endParaRPr lang="zh-CN" altLang="en-US" sz="1900" kern="1200" dirty="0"/>
        </a:p>
      </dsp:txBody>
      <dsp:txXfrm>
        <a:off x="434573" y="979051"/>
        <a:ext cx="5645952" cy="506120"/>
      </dsp:txXfrm>
    </dsp:sp>
    <dsp:sp modelId="{E4930568-3823-40A6-AC2F-3C381F375821}">
      <dsp:nvSpPr>
        <dsp:cNvPr id="0" name=""/>
        <dsp:cNvSpPr/>
      </dsp:nvSpPr>
      <dsp:spPr>
        <a:xfrm>
          <a:off x="0" y="2093951"/>
          <a:ext cx="8143875"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C4A9B96-4D67-4CE2-90A8-00BFC23CB23C}">
      <dsp:nvSpPr>
        <dsp:cNvPr id="0" name=""/>
        <dsp:cNvSpPr/>
      </dsp:nvSpPr>
      <dsp:spPr>
        <a:xfrm>
          <a:off x="407193" y="1813511"/>
          <a:ext cx="5700712" cy="560880"/>
        </a:xfrm>
        <a:prstGeom prst="roundRect">
          <a:avLst/>
        </a:prstGeom>
        <a:gradFill rotWithShape="0">
          <a:gsLst>
            <a:gs pos="0">
              <a:schemeClr val="accent1">
                <a:hueOff val="0"/>
                <a:satOff val="0"/>
                <a:lumOff val="0"/>
                <a:alphaOff val="0"/>
                <a:tint val="75000"/>
                <a:shade val="95000"/>
                <a:satMod val="175000"/>
              </a:schemeClr>
            </a:gs>
            <a:gs pos="12000">
              <a:schemeClr val="accent1">
                <a:hueOff val="0"/>
                <a:satOff val="0"/>
                <a:lumOff val="0"/>
                <a:alphaOff val="0"/>
                <a:tint val="90000"/>
                <a:shade val="90000"/>
                <a:satMod val="150000"/>
              </a:schemeClr>
            </a:gs>
            <a:gs pos="100000">
              <a:schemeClr val="accent1">
                <a:hueOff val="0"/>
                <a:satOff val="0"/>
                <a:lumOff val="0"/>
                <a:alphaOff val="0"/>
                <a:tint val="100000"/>
                <a:shade val="75000"/>
                <a:satMod val="150000"/>
              </a:schemeClr>
            </a:gs>
          </a:gsLst>
          <a:lin ang="16200000" scaled="1"/>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844550">
            <a:lnSpc>
              <a:spcPct val="90000"/>
            </a:lnSpc>
            <a:spcBef>
              <a:spcPct val="0"/>
            </a:spcBef>
            <a:spcAft>
              <a:spcPct val="35000"/>
            </a:spcAft>
          </a:pPr>
          <a:r>
            <a:rPr lang="en-US" altLang="zh-CN" sz="1900" kern="1200" dirty="0" smtClean="0"/>
            <a:t>3</a:t>
          </a:r>
          <a:r>
            <a:rPr lang="zh-CN" altLang="en-US" sz="1900" kern="1200" dirty="0" smtClean="0"/>
            <a:t>、</a:t>
          </a:r>
          <a:r>
            <a:rPr lang="en-US" altLang="zh-CN" sz="1900" kern="1200" dirty="0" smtClean="0"/>
            <a:t>Kafka</a:t>
          </a:r>
          <a:r>
            <a:rPr lang="zh-CN" altLang="en-US" sz="1900" kern="1200" dirty="0" smtClean="0"/>
            <a:t>消息队列</a:t>
          </a:r>
          <a:endParaRPr lang="en-US" altLang="zh-CN" sz="1900" kern="1200" dirty="0" smtClean="0"/>
        </a:p>
      </dsp:txBody>
      <dsp:txXfrm>
        <a:off x="434573" y="1840891"/>
        <a:ext cx="5645952" cy="506120"/>
      </dsp:txXfrm>
    </dsp:sp>
    <dsp:sp modelId="{428F2347-651C-48C0-8AFF-5F832016A4FD}">
      <dsp:nvSpPr>
        <dsp:cNvPr id="0" name=""/>
        <dsp:cNvSpPr/>
      </dsp:nvSpPr>
      <dsp:spPr>
        <a:xfrm>
          <a:off x="0" y="2955791"/>
          <a:ext cx="8143875"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E35DFD0-695C-4837-A5D6-5E9C82906376}">
      <dsp:nvSpPr>
        <dsp:cNvPr id="0" name=""/>
        <dsp:cNvSpPr/>
      </dsp:nvSpPr>
      <dsp:spPr>
        <a:xfrm>
          <a:off x="407193" y="2675351"/>
          <a:ext cx="5700712" cy="560880"/>
        </a:xfrm>
        <a:prstGeom prst="roundRect">
          <a:avLst/>
        </a:prstGeom>
        <a:gradFill rotWithShape="0">
          <a:gsLst>
            <a:gs pos="0">
              <a:schemeClr val="accent1">
                <a:hueOff val="0"/>
                <a:satOff val="0"/>
                <a:lumOff val="0"/>
                <a:alphaOff val="0"/>
                <a:tint val="75000"/>
                <a:shade val="95000"/>
                <a:satMod val="175000"/>
              </a:schemeClr>
            </a:gs>
            <a:gs pos="12000">
              <a:schemeClr val="accent1">
                <a:hueOff val="0"/>
                <a:satOff val="0"/>
                <a:lumOff val="0"/>
                <a:alphaOff val="0"/>
                <a:tint val="90000"/>
                <a:shade val="90000"/>
                <a:satMod val="150000"/>
              </a:schemeClr>
            </a:gs>
            <a:gs pos="100000">
              <a:schemeClr val="accent1">
                <a:hueOff val="0"/>
                <a:satOff val="0"/>
                <a:lumOff val="0"/>
                <a:alphaOff val="0"/>
                <a:tint val="100000"/>
                <a:shade val="75000"/>
                <a:satMod val="150000"/>
              </a:schemeClr>
            </a:gs>
          </a:gsLst>
          <a:lin ang="16200000" scaled="1"/>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844550">
            <a:lnSpc>
              <a:spcPct val="90000"/>
            </a:lnSpc>
            <a:spcBef>
              <a:spcPct val="0"/>
            </a:spcBef>
            <a:spcAft>
              <a:spcPct val="35000"/>
            </a:spcAft>
          </a:pPr>
          <a:r>
            <a:rPr lang="en-US" altLang="zh-CN" sz="1900" kern="1200" dirty="0" smtClean="0"/>
            <a:t>4</a:t>
          </a:r>
          <a:r>
            <a:rPr lang="zh-CN" altLang="en-US" sz="1900" kern="1200" dirty="0" smtClean="0"/>
            <a:t>、</a:t>
          </a:r>
          <a:r>
            <a:rPr lang="en-US" altLang="zh-CN" sz="1900" kern="1200" dirty="0" smtClean="0"/>
            <a:t>ELK</a:t>
          </a:r>
          <a:r>
            <a:rPr lang="zh-CN" altLang="en-US" sz="1900" kern="1200" dirty="0" smtClean="0"/>
            <a:t>结合</a:t>
          </a:r>
          <a:r>
            <a:rPr lang="en-US" altLang="zh-CN" sz="1900" kern="1200" dirty="0" smtClean="0"/>
            <a:t>Kafka</a:t>
          </a:r>
        </a:p>
      </dsp:txBody>
      <dsp:txXfrm>
        <a:off x="434573" y="2702731"/>
        <a:ext cx="5645952" cy="506120"/>
      </dsp:txXfrm>
    </dsp:sp>
    <dsp:sp modelId="{B03B41D6-CE44-4544-9473-6D2530814174}">
      <dsp:nvSpPr>
        <dsp:cNvPr id="0" name=""/>
        <dsp:cNvSpPr/>
      </dsp:nvSpPr>
      <dsp:spPr>
        <a:xfrm>
          <a:off x="0" y="3817631"/>
          <a:ext cx="8143875" cy="478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5CC9258-5C54-4E07-88F9-B73A46853506}">
      <dsp:nvSpPr>
        <dsp:cNvPr id="0" name=""/>
        <dsp:cNvSpPr/>
      </dsp:nvSpPr>
      <dsp:spPr>
        <a:xfrm>
          <a:off x="407193" y="3537191"/>
          <a:ext cx="5700712" cy="560880"/>
        </a:xfrm>
        <a:prstGeom prst="roundRect">
          <a:avLst/>
        </a:prstGeom>
        <a:gradFill rotWithShape="0">
          <a:gsLst>
            <a:gs pos="0">
              <a:schemeClr val="accent1">
                <a:hueOff val="0"/>
                <a:satOff val="0"/>
                <a:lumOff val="0"/>
                <a:alphaOff val="0"/>
                <a:tint val="75000"/>
                <a:shade val="95000"/>
                <a:satMod val="175000"/>
              </a:schemeClr>
            </a:gs>
            <a:gs pos="12000">
              <a:schemeClr val="accent1">
                <a:hueOff val="0"/>
                <a:satOff val="0"/>
                <a:lumOff val="0"/>
                <a:alphaOff val="0"/>
                <a:tint val="90000"/>
                <a:shade val="90000"/>
                <a:satMod val="150000"/>
              </a:schemeClr>
            </a:gs>
            <a:gs pos="100000">
              <a:schemeClr val="accent1">
                <a:hueOff val="0"/>
                <a:satOff val="0"/>
                <a:lumOff val="0"/>
                <a:alphaOff val="0"/>
                <a:tint val="100000"/>
                <a:shade val="75000"/>
                <a:satMod val="150000"/>
              </a:schemeClr>
            </a:gs>
          </a:gsLst>
          <a:lin ang="16200000" scaled="1"/>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473" tIns="0" rIns="215473" bIns="0" numCol="1" spcCol="1270" anchor="ctr" anchorCtr="0">
          <a:noAutofit/>
        </a:bodyPr>
        <a:lstStyle/>
        <a:p>
          <a:pPr lvl="0" algn="l" defTabSz="844550">
            <a:lnSpc>
              <a:spcPct val="90000"/>
            </a:lnSpc>
            <a:spcBef>
              <a:spcPct val="0"/>
            </a:spcBef>
            <a:spcAft>
              <a:spcPct val="35000"/>
            </a:spcAft>
          </a:pPr>
          <a:r>
            <a:rPr lang="en-US" altLang="zh-CN" sz="1900" kern="1200" dirty="0" smtClean="0"/>
            <a:t>5</a:t>
          </a:r>
          <a:r>
            <a:rPr lang="zh-CN" altLang="en-US" sz="1900" kern="1200" dirty="0" smtClean="0"/>
            <a:t>、</a:t>
          </a:r>
          <a:r>
            <a:rPr lang="en-US" altLang="zh-CN" sz="1900" kern="1200" dirty="0" smtClean="0"/>
            <a:t>Kafka</a:t>
          </a:r>
          <a:r>
            <a:rPr lang="zh-CN" altLang="en-US" sz="1900" kern="1200" dirty="0" smtClean="0"/>
            <a:t>配置</a:t>
          </a:r>
          <a:endParaRPr lang="en-US" altLang="zh-CN" sz="1900" kern="1200" dirty="0" smtClean="0"/>
        </a:p>
      </dsp:txBody>
      <dsp:txXfrm>
        <a:off x="434573" y="3564571"/>
        <a:ext cx="5645952"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2AF3E-BE7B-4633-8D9D-70EDB89639AB}">
      <dsp:nvSpPr>
        <dsp:cNvPr id="0" name=""/>
        <dsp:cNvSpPr/>
      </dsp:nvSpPr>
      <dsp:spPr>
        <a:xfrm rot="9128830">
          <a:off x="2400952" y="2793258"/>
          <a:ext cx="922360" cy="27026"/>
        </a:xfrm>
        <a:custGeom>
          <a:avLst/>
          <a:gdLst/>
          <a:ahLst/>
          <a:cxnLst/>
          <a:rect l="0" t="0" r="0" b="0"/>
          <a:pathLst>
            <a:path>
              <a:moveTo>
                <a:pt x="0" y="13513"/>
              </a:moveTo>
              <a:lnTo>
                <a:pt x="922360" y="135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D04C65-9F9F-47CF-9567-D7B9D0AF5706}">
      <dsp:nvSpPr>
        <dsp:cNvPr id="0" name=""/>
        <dsp:cNvSpPr/>
      </dsp:nvSpPr>
      <dsp:spPr>
        <a:xfrm rot="1542564">
          <a:off x="4387514" y="2776502"/>
          <a:ext cx="1042660" cy="27026"/>
        </a:xfrm>
        <a:custGeom>
          <a:avLst/>
          <a:gdLst/>
          <a:ahLst/>
          <a:cxnLst/>
          <a:rect l="0" t="0" r="0" b="0"/>
          <a:pathLst>
            <a:path>
              <a:moveTo>
                <a:pt x="0" y="13513"/>
              </a:moveTo>
              <a:lnTo>
                <a:pt x="1042660" y="135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66A1E5-0E61-4682-B763-A7F8DE76D985}">
      <dsp:nvSpPr>
        <dsp:cNvPr id="0" name=""/>
        <dsp:cNvSpPr/>
      </dsp:nvSpPr>
      <dsp:spPr>
        <a:xfrm rot="19863251">
          <a:off x="4379136" y="1713130"/>
          <a:ext cx="960374" cy="27026"/>
        </a:xfrm>
        <a:custGeom>
          <a:avLst/>
          <a:gdLst/>
          <a:ahLst/>
          <a:cxnLst/>
          <a:rect l="0" t="0" r="0" b="0"/>
          <a:pathLst>
            <a:path>
              <a:moveTo>
                <a:pt x="0" y="13513"/>
              </a:moveTo>
              <a:lnTo>
                <a:pt x="960374" y="135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88CEC6-5698-4C58-BC86-A7D7FF2064EC}">
      <dsp:nvSpPr>
        <dsp:cNvPr id="0" name=""/>
        <dsp:cNvSpPr/>
      </dsp:nvSpPr>
      <dsp:spPr>
        <a:xfrm rot="12524165">
          <a:off x="2406446" y="1727141"/>
          <a:ext cx="920097" cy="27026"/>
        </a:xfrm>
        <a:custGeom>
          <a:avLst/>
          <a:gdLst/>
          <a:ahLst/>
          <a:cxnLst/>
          <a:rect l="0" t="0" r="0" b="0"/>
          <a:pathLst>
            <a:path>
              <a:moveTo>
                <a:pt x="0" y="13513"/>
              </a:moveTo>
              <a:lnTo>
                <a:pt x="920097" y="1351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C27267-B704-4ED9-920C-FDBBA6C6AB3D}">
      <dsp:nvSpPr>
        <dsp:cNvPr id="0" name=""/>
        <dsp:cNvSpPr/>
      </dsp:nvSpPr>
      <dsp:spPr>
        <a:xfrm>
          <a:off x="3203840" y="1440156"/>
          <a:ext cx="1670338" cy="1561649"/>
        </a:xfrm>
        <a:prstGeom prst="ellipse">
          <a:avLst/>
        </a:prstGeom>
        <a:blipFill rotWithShape="1">
          <a:blip xmlns:r="http://schemas.openxmlformats.org/officeDocument/2006/relationships" r:embed="rId1"/>
          <a:stretch>
            <a:fillRect/>
          </a:stretch>
        </a:blipFill>
        <a:ln w="15875" cap="flat"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sp>
    <dsp:sp modelId="{0A9ADE15-4559-48BD-BB94-39CF42725529}">
      <dsp:nvSpPr>
        <dsp:cNvPr id="0" name=""/>
        <dsp:cNvSpPr/>
      </dsp:nvSpPr>
      <dsp:spPr>
        <a:xfrm>
          <a:off x="786733" y="216286"/>
          <a:ext cx="1790907" cy="1750017"/>
        </a:xfrm>
        <a:prstGeom prst="ellipse">
          <a:avLst/>
        </a:prstGeom>
        <a:gradFill rotWithShape="1">
          <a:gsLst>
            <a:gs pos="0">
              <a:schemeClr val="accent1">
                <a:tint val="50000"/>
                <a:shade val="95000"/>
                <a:satMod val="300000"/>
              </a:schemeClr>
            </a:gs>
            <a:gs pos="12000">
              <a:schemeClr val="accent1">
                <a:tint val="50000"/>
                <a:shade val="90000"/>
                <a:satMod val="250000"/>
              </a:schemeClr>
            </a:gs>
            <a:gs pos="100000">
              <a:schemeClr val="accent1">
                <a:tint val="85000"/>
                <a:shade val="75000"/>
                <a:satMod val="1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6985" tIns="6985" rIns="6985" bIns="6985" numCol="1" spcCol="1270" anchor="ctr" anchorCtr="0">
          <a:noAutofit/>
        </a:bodyPr>
        <a:lstStyle/>
        <a:p>
          <a:pPr lvl="0" algn="ctr" defTabSz="466725" rtl="0">
            <a:lnSpc>
              <a:spcPct val="90000"/>
            </a:lnSpc>
            <a:spcBef>
              <a:spcPct val="0"/>
            </a:spcBef>
            <a:spcAft>
              <a:spcPct val="35000"/>
            </a:spcAft>
          </a:pPr>
          <a:r>
            <a:rPr lang="zh-CN" sz="1050" kern="1200" dirty="0" smtClean="0"/>
            <a:t>以时间复杂度为</a:t>
          </a:r>
          <a:r>
            <a:rPr lang="en-US" sz="1050" kern="1200" dirty="0" smtClean="0"/>
            <a:t>O(1)</a:t>
          </a:r>
          <a:r>
            <a:rPr lang="zh-CN" sz="1050" kern="1200" dirty="0" smtClean="0"/>
            <a:t>的方式提供消息持久化能力，即使对</a:t>
          </a:r>
          <a:r>
            <a:rPr lang="en-US" sz="1050" kern="1200" dirty="0" smtClean="0"/>
            <a:t>TB</a:t>
          </a:r>
          <a:r>
            <a:rPr lang="zh-CN" sz="1050" kern="1200" dirty="0" smtClean="0"/>
            <a:t>级以上数据也能保证常数时间的访问性能。</a:t>
          </a:r>
          <a:endParaRPr lang="zh-CN" sz="1050" kern="1200" dirty="0"/>
        </a:p>
      </dsp:txBody>
      <dsp:txXfrm>
        <a:off x="1049005" y="472570"/>
        <a:ext cx="1266363" cy="1237449"/>
      </dsp:txXfrm>
    </dsp:sp>
    <dsp:sp modelId="{D97E5F7A-F561-4A54-AA26-16C6AECB2505}">
      <dsp:nvSpPr>
        <dsp:cNvPr id="0" name=""/>
        <dsp:cNvSpPr/>
      </dsp:nvSpPr>
      <dsp:spPr>
        <a:xfrm>
          <a:off x="5148066" y="191158"/>
          <a:ext cx="1859788" cy="1722977"/>
        </a:xfrm>
        <a:prstGeom prst="ellipse">
          <a:avLst/>
        </a:prstGeom>
        <a:gradFill rotWithShape="1">
          <a:gsLst>
            <a:gs pos="0">
              <a:schemeClr val="accent1">
                <a:tint val="50000"/>
                <a:shade val="95000"/>
                <a:satMod val="300000"/>
              </a:schemeClr>
            </a:gs>
            <a:gs pos="12000">
              <a:schemeClr val="accent1">
                <a:tint val="50000"/>
                <a:shade val="90000"/>
                <a:satMod val="250000"/>
              </a:schemeClr>
            </a:gs>
            <a:gs pos="100000">
              <a:schemeClr val="accent1">
                <a:tint val="85000"/>
                <a:shade val="75000"/>
                <a:satMod val="1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6985" tIns="6985" rIns="6985" bIns="6985" numCol="1" spcCol="1270" anchor="ctr" anchorCtr="0">
          <a:noAutofit/>
        </a:bodyPr>
        <a:lstStyle/>
        <a:p>
          <a:pPr lvl="0" algn="ctr" defTabSz="466725" rtl="0">
            <a:lnSpc>
              <a:spcPct val="90000"/>
            </a:lnSpc>
            <a:spcBef>
              <a:spcPct val="0"/>
            </a:spcBef>
            <a:spcAft>
              <a:spcPct val="35000"/>
            </a:spcAft>
          </a:pPr>
          <a:r>
            <a:rPr lang="zh-CN" sz="1050" kern="1200" dirty="0" smtClean="0"/>
            <a:t>高吞吐率。即使在非常廉价的商用机器上也能做到单机支持每秒</a:t>
          </a:r>
          <a:r>
            <a:rPr lang="en-US" sz="1050" kern="1200" dirty="0" smtClean="0"/>
            <a:t>100K</a:t>
          </a:r>
          <a:r>
            <a:rPr lang="zh-CN" sz="1050" kern="1200" dirty="0" smtClean="0"/>
            <a:t>条消息的传输。</a:t>
          </a:r>
          <a:endParaRPr lang="zh-CN" sz="1050" kern="1200" dirty="0"/>
        </a:p>
      </dsp:txBody>
      <dsp:txXfrm>
        <a:off x="5420426" y="443482"/>
        <a:ext cx="1315068" cy="1218329"/>
      </dsp:txXfrm>
    </dsp:sp>
    <dsp:sp modelId="{E76435B5-582C-4339-BEF7-E51AF83B7963}">
      <dsp:nvSpPr>
        <dsp:cNvPr id="0" name=""/>
        <dsp:cNvSpPr/>
      </dsp:nvSpPr>
      <dsp:spPr>
        <a:xfrm>
          <a:off x="5292082" y="2520282"/>
          <a:ext cx="1749516" cy="1750839"/>
        </a:xfrm>
        <a:prstGeom prst="ellipse">
          <a:avLst/>
        </a:prstGeom>
        <a:gradFill rotWithShape="1">
          <a:gsLst>
            <a:gs pos="0">
              <a:schemeClr val="accent1">
                <a:tint val="50000"/>
                <a:shade val="95000"/>
                <a:satMod val="300000"/>
              </a:schemeClr>
            </a:gs>
            <a:gs pos="12000">
              <a:schemeClr val="accent1">
                <a:tint val="50000"/>
                <a:shade val="90000"/>
                <a:satMod val="250000"/>
              </a:schemeClr>
            </a:gs>
            <a:gs pos="100000">
              <a:schemeClr val="accent1">
                <a:tint val="85000"/>
                <a:shade val="75000"/>
                <a:satMod val="1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sz="1200" kern="1200" dirty="0" smtClean="0"/>
            <a:t>支持</a:t>
          </a:r>
          <a:r>
            <a:rPr lang="en-US" sz="1200" kern="1200" dirty="0" smtClean="0"/>
            <a:t>Kafka Server</a:t>
          </a:r>
          <a:r>
            <a:rPr lang="zh-CN" sz="1200" kern="1200" dirty="0" smtClean="0"/>
            <a:t>间的消息分区，及分布式消费，同时保证每个</a:t>
          </a:r>
          <a:r>
            <a:rPr lang="en-US" sz="1200" kern="1200" dirty="0" smtClean="0"/>
            <a:t>partition</a:t>
          </a:r>
          <a:r>
            <a:rPr lang="zh-CN" sz="1200" kern="1200" dirty="0" smtClean="0"/>
            <a:t>内的消息顺序传输。</a:t>
          </a:r>
          <a:endParaRPr lang="zh-CN" sz="1200" kern="1200" dirty="0"/>
        </a:p>
      </dsp:txBody>
      <dsp:txXfrm>
        <a:off x="5548293" y="2776686"/>
        <a:ext cx="1237094" cy="1238031"/>
      </dsp:txXfrm>
    </dsp:sp>
    <dsp:sp modelId="{7A3462FE-016E-420C-B2B4-7A9D7351924A}">
      <dsp:nvSpPr>
        <dsp:cNvPr id="0" name=""/>
        <dsp:cNvSpPr/>
      </dsp:nvSpPr>
      <dsp:spPr>
        <a:xfrm>
          <a:off x="810719" y="2581445"/>
          <a:ext cx="1750829" cy="1693493"/>
        </a:xfrm>
        <a:prstGeom prst="ellipse">
          <a:avLst/>
        </a:prstGeom>
        <a:gradFill rotWithShape="1">
          <a:gsLst>
            <a:gs pos="0">
              <a:schemeClr val="accent1">
                <a:tint val="50000"/>
                <a:shade val="95000"/>
                <a:satMod val="300000"/>
              </a:schemeClr>
            </a:gs>
            <a:gs pos="12000">
              <a:schemeClr val="accent1">
                <a:tint val="50000"/>
                <a:shade val="90000"/>
                <a:satMod val="250000"/>
              </a:schemeClr>
            </a:gs>
            <a:gs pos="100000">
              <a:schemeClr val="accent1">
                <a:tint val="85000"/>
                <a:shade val="75000"/>
                <a:satMod val="1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kern="1200" dirty="0" smtClean="0"/>
            <a:t>同时支持离线数据处理和实时数据处理。</a:t>
          </a:r>
          <a:endParaRPr lang="zh-CN" altLang="en-US" sz="1400" kern="1200" dirty="0"/>
        </a:p>
      </dsp:txBody>
      <dsp:txXfrm>
        <a:off x="1067122" y="2829451"/>
        <a:ext cx="1238023" cy="11974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8A887B-3C87-4BE5-A316-82371833B273}">
      <dsp:nvSpPr>
        <dsp:cNvPr id="0" name=""/>
        <dsp:cNvSpPr/>
      </dsp:nvSpPr>
      <dsp:spPr>
        <a:xfrm>
          <a:off x="2502249" y="1968"/>
          <a:ext cx="2815030" cy="12995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en-US" sz="1600" kern="1200" dirty="0" smtClean="0"/>
            <a:t>Kafka</a:t>
          </a:r>
          <a:r>
            <a:rPr lang="zh-CN" sz="1600" kern="1200" dirty="0" smtClean="0"/>
            <a:t>依赖文件系统来存储和缓存消息，直接将数据写入日志文件，基于磁盘空间建立消息系统，优于内存存储。</a:t>
          </a:r>
          <a:endParaRPr lang="zh-CN" sz="1600" kern="1200" dirty="0"/>
        </a:p>
      </dsp:txBody>
      <dsp:txXfrm>
        <a:off x="2565686" y="65405"/>
        <a:ext cx="2688156" cy="1172645"/>
      </dsp:txXfrm>
    </dsp:sp>
    <dsp:sp modelId="{5F73968B-7F35-411E-B48D-40DE23DCDD75}">
      <dsp:nvSpPr>
        <dsp:cNvPr id="0" name=""/>
        <dsp:cNvSpPr/>
      </dsp:nvSpPr>
      <dsp:spPr>
        <a:xfrm>
          <a:off x="2502249" y="1366464"/>
          <a:ext cx="2815030" cy="12995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en-US" sz="1600" kern="1200" dirty="0" smtClean="0"/>
            <a:t>Kafka</a:t>
          </a:r>
          <a:r>
            <a:rPr lang="zh-CN" sz="1600" kern="1200" dirty="0" smtClean="0"/>
            <a:t>读写数据采用线性读写，读操作不影响写操作，数据大小不对性能产生影响。</a:t>
          </a:r>
          <a:endParaRPr lang="zh-CN" sz="1600" kern="1200" dirty="0"/>
        </a:p>
      </dsp:txBody>
      <dsp:txXfrm>
        <a:off x="2565686" y="1429901"/>
        <a:ext cx="2688156" cy="1172645"/>
      </dsp:txXfrm>
    </dsp:sp>
    <dsp:sp modelId="{0085A439-8463-4D05-8B2F-229956695688}">
      <dsp:nvSpPr>
        <dsp:cNvPr id="0" name=""/>
        <dsp:cNvSpPr/>
      </dsp:nvSpPr>
      <dsp:spPr>
        <a:xfrm>
          <a:off x="2502249" y="2730960"/>
          <a:ext cx="2815030" cy="12995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zh-CN" sz="1600" kern="1200" dirty="0" smtClean="0"/>
            <a:t>线性磁盘读写，性能有保障，数据保持时间长。</a:t>
          </a:r>
          <a:br>
            <a:rPr lang="zh-CN" sz="1600" kern="1200" dirty="0" smtClean="0"/>
          </a:br>
          <a:r>
            <a:rPr lang="en-US" sz="1600" kern="1200" dirty="0" smtClean="0"/>
            <a:t>   </a:t>
          </a:r>
          <a:endParaRPr lang="zh-CN" sz="1600" kern="1200" dirty="0"/>
        </a:p>
      </dsp:txBody>
      <dsp:txXfrm>
        <a:off x="2565686" y="2794397"/>
        <a:ext cx="2688156" cy="11726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CA4AC0-7B0E-48EC-85C6-74F83979D4C5}">
      <dsp:nvSpPr>
        <dsp:cNvPr id="0" name=""/>
        <dsp:cNvSpPr/>
      </dsp:nvSpPr>
      <dsp:spPr>
        <a:xfrm>
          <a:off x="504056" y="0"/>
          <a:ext cx="4319312" cy="4319312"/>
        </a:xfrm>
        <a:prstGeom prst="triangl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746B8B-29D5-469B-A770-0C955D8C4BE6}">
      <dsp:nvSpPr>
        <dsp:cNvPr id="0" name=""/>
        <dsp:cNvSpPr/>
      </dsp:nvSpPr>
      <dsp:spPr>
        <a:xfrm>
          <a:off x="2835275" y="434251"/>
          <a:ext cx="2807552" cy="1022462"/>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i="1" kern="1200" dirty="0" smtClean="0"/>
            <a:t>At most once</a:t>
          </a:r>
          <a:r>
            <a:rPr lang="en-US" sz="1500" kern="1200" dirty="0" smtClean="0"/>
            <a:t>—Messages may be lost but are never redelivered.</a:t>
          </a:r>
          <a:endParaRPr lang="zh-CN" sz="1500" kern="1200" dirty="0"/>
        </a:p>
      </dsp:txBody>
      <dsp:txXfrm>
        <a:off x="2885187" y="484163"/>
        <a:ext cx="2707728" cy="922638"/>
      </dsp:txXfrm>
    </dsp:sp>
    <dsp:sp modelId="{41A3F9B2-8864-4A39-8C93-F3DD810B9574}">
      <dsp:nvSpPr>
        <dsp:cNvPr id="0" name=""/>
        <dsp:cNvSpPr/>
      </dsp:nvSpPr>
      <dsp:spPr>
        <a:xfrm>
          <a:off x="2835275" y="1584521"/>
          <a:ext cx="2807552" cy="1022462"/>
        </a:xfrm>
        <a:prstGeom prst="roundRect">
          <a:avLst/>
        </a:prstGeom>
        <a:solidFill>
          <a:schemeClr val="accent3"/>
        </a:solidFill>
        <a:ln w="254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3"/>
        </a:fillRef>
        <a:effectRef idx="1">
          <a:schemeClr val="accent3"/>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i="1" kern="1200" dirty="0" smtClean="0"/>
            <a:t>At least once</a:t>
          </a:r>
          <a:r>
            <a:rPr lang="en-US" sz="1500" kern="1200" dirty="0" smtClean="0"/>
            <a:t>—Messages are never lost but may be redelivered.</a:t>
          </a:r>
          <a:endParaRPr lang="zh-CN" sz="1500" kern="1200" dirty="0"/>
        </a:p>
      </dsp:txBody>
      <dsp:txXfrm>
        <a:off x="2885187" y="1634433"/>
        <a:ext cx="2707728" cy="922638"/>
      </dsp:txXfrm>
    </dsp:sp>
    <dsp:sp modelId="{F755C061-8C74-4330-840B-62767ACF93F1}">
      <dsp:nvSpPr>
        <dsp:cNvPr id="0" name=""/>
        <dsp:cNvSpPr/>
      </dsp:nvSpPr>
      <dsp:spPr>
        <a:xfrm>
          <a:off x="2835275" y="2734790"/>
          <a:ext cx="2807552" cy="1022462"/>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i="1" kern="1200" dirty="0" smtClean="0"/>
            <a:t>Exactly once</a:t>
          </a:r>
          <a:r>
            <a:rPr lang="en-US" sz="1500" kern="1200" dirty="0" smtClean="0"/>
            <a:t>—this is what people actually want, each message is delivered once and only once.</a:t>
          </a:r>
          <a:endParaRPr lang="zh-CN" sz="1500" kern="1200" dirty="0"/>
        </a:p>
      </dsp:txBody>
      <dsp:txXfrm>
        <a:off x="2885187" y="2784702"/>
        <a:ext cx="2707728" cy="9226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DAB649-60A7-41FD-B0D6-4AAFD03EE23D}" type="datetimeFigureOut">
              <a:rPr lang="zh-CN" altLang="en-US" smtClean="0"/>
              <a:t>2017-11-21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21B43F-C7F6-46BC-A9EA-C9A7FD2A72C3}" type="slidenum">
              <a:rPr lang="zh-CN" altLang="en-US" smtClean="0"/>
              <a:t>‹#›</a:t>
            </a:fld>
            <a:endParaRPr lang="zh-CN" altLang="en-US"/>
          </a:p>
        </p:txBody>
      </p:sp>
    </p:spTree>
    <p:extLst>
      <p:ext uri="{BB962C8B-B14F-4D97-AF65-F5344CB8AC3E}">
        <p14:creationId xmlns:p14="http://schemas.microsoft.com/office/powerpoint/2010/main" val="3990563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12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FE2E7D6E-E49E-406E-B199-C5167343EAAF}" type="slidenum">
              <a:rPr lang="en-US" altLang="zh-CN">
                <a:latin typeface="Calibri" pitchFamily="34" charset="0"/>
              </a:rPr>
              <a:pPr/>
              <a:t>1</a:t>
            </a:fld>
            <a:endParaRPr lang="en-US" altLang="zh-CN">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3</a:t>
            </a:fld>
            <a:endParaRPr lang="en-US" altLang="zh-CN">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4</a:t>
            </a:fld>
            <a:endParaRPr lang="en-US" altLang="zh-CN">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5</a:t>
            </a:fld>
            <a:endParaRPr lang="en-US" altLang="zh-CN">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6</a:t>
            </a:fld>
            <a:endParaRPr lang="en-US" altLang="zh-CN">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7</a:t>
            </a:fld>
            <a:endParaRPr lang="en-US" altLang="zh-CN">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8</a:t>
            </a:fld>
            <a:endParaRPr lang="en-US" altLang="zh-CN">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9</a:t>
            </a:fld>
            <a:endParaRPr lang="en-US" altLang="zh-CN">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10</a:t>
            </a:fld>
            <a:endParaRPr lang="en-US" altLang="zh-CN">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11</a:t>
            </a:fld>
            <a:endParaRPr lang="en-US" altLang="zh-CN">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12</a:t>
            </a:fld>
            <a:endParaRPr lang="en-US" altLang="zh-CN">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13</a:t>
            </a:fld>
            <a:endParaRPr lang="en-US" altLang="zh-CN">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14</a:t>
            </a:fld>
            <a:endParaRPr lang="en-US" altLang="zh-CN">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15</a:t>
            </a:fld>
            <a:endParaRPr lang="en-US" altLang="zh-CN">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16</a:t>
            </a:fld>
            <a:endParaRPr lang="en-US" altLang="zh-CN">
              <a:latin typeface="Calibri"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17</a:t>
            </a:fld>
            <a:endParaRPr lang="en-US" altLang="zh-CN">
              <a:latin typeface="Calibri"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18</a:t>
            </a:fld>
            <a:endParaRPr lang="en-US" altLang="zh-CN">
              <a:latin typeface="Calibri"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19</a:t>
            </a:fld>
            <a:endParaRPr lang="en-US" altLang="zh-CN">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20</a:t>
            </a:fld>
            <a:endParaRPr lang="en-US" altLang="zh-CN">
              <a:latin typeface="Calibri"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21</a:t>
            </a:fld>
            <a:endParaRPr lang="en-US" altLang="zh-CN">
              <a:latin typeface="Calibri"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22</a:t>
            </a:fld>
            <a:endParaRPr lang="en-US" altLang="zh-CN">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23</a:t>
            </a:fld>
            <a:endParaRPr lang="en-US" altLang="zh-CN">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24</a:t>
            </a:fld>
            <a:endParaRPr lang="en-US" altLang="zh-CN">
              <a:latin typeface="Calibri"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25</a:t>
            </a:fld>
            <a:endParaRPr lang="en-US" altLang="zh-CN">
              <a:latin typeface="Calibri"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26</a:t>
            </a:fld>
            <a:endParaRPr lang="en-US" altLang="zh-CN">
              <a:latin typeface="Calibri"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fld id="{D3E2D056-5B95-464E-AB70-C734212379B8}" type="slidenum">
              <a:rPr lang="en-US" altLang="zh-CN">
                <a:latin typeface="Calibri" pitchFamily="34" charset="0"/>
              </a:rPr>
              <a:pPr/>
              <a:t>27</a:t>
            </a:fld>
            <a:endParaRPr lang="en-US" altLang="zh-CN">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5"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9400" y="0"/>
            <a:ext cx="20066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Picture Placeholder 13"/>
          <p:cNvSpPr>
            <a:spLocks noGrp="1"/>
          </p:cNvSpPr>
          <p:nvPr>
            <p:ph type="pic" sz="quarter" idx="10"/>
          </p:nvPr>
        </p:nvSpPr>
        <p:spPr>
          <a:xfrm>
            <a:off x="245898" y="252000"/>
            <a:ext cx="8646102" cy="4572012"/>
          </a:xfrm>
          <a:solidFill>
            <a:schemeClr val="bg2">
              <a:lumMod val="90000"/>
            </a:schemeClr>
          </a:solidFill>
          <a:ln>
            <a:noFill/>
          </a:ln>
        </p:spPr>
        <p:txBody>
          <a:bodyPr rtlCol="0">
            <a:normAutofit/>
          </a:bodyPr>
          <a:lstStyle>
            <a:lvl1pPr marL="0" indent="0">
              <a:buFontTx/>
              <a:buNone/>
              <a:defRPr sz="1600"/>
            </a:lvl1pPr>
          </a:lstStyle>
          <a:p>
            <a:pPr lvl="0"/>
            <a:r>
              <a:rPr lang="zh-CN" altLang="en-US" noProof="0" smtClean="0"/>
              <a:t>单击图标添加图片</a:t>
            </a:r>
            <a:endParaRPr lang="en-US" noProof="0" dirty="0"/>
          </a:p>
        </p:txBody>
      </p:sp>
      <p:sp>
        <p:nvSpPr>
          <p:cNvPr id="2" name="Title 1"/>
          <p:cNvSpPr>
            <a:spLocks noGrp="1"/>
          </p:cNvSpPr>
          <p:nvPr>
            <p:ph type="ctrTitle"/>
          </p:nvPr>
        </p:nvSpPr>
        <p:spPr>
          <a:xfrm>
            <a:off x="500621" y="4944156"/>
            <a:ext cx="7772400" cy="985358"/>
          </a:xfrm>
        </p:spPr>
        <p:txBody>
          <a:bodyPr rtlCol="0" anchor="t">
            <a:normAutofit/>
          </a:bodyPr>
          <a:lstStyle>
            <a:lvl1pPr>
              <a:defRPr lang="en-US" sz="3200" b="1" i="0" dirty="0">
                <a:latin typeface="Arial Unicode MS" panose="020B0604020202020204" pitchFamily="34" charset="-122"/>
                <a:ea typeface="Arial Unicode MS" panose="020B0604020202020204" pitchFamily="34" charset="-122"/>
                <a:cs typeface="Arial Unicode MS" panose="020B0604020202020204" pitchFamily="34" charset="-122"/>
              </a:defRPr>
            </a:lvl1pPr>
          </a:lstStyle>
          <a:p>
            <a:pPr lvl="0"/>
            <a:r>
              <a:rPr lang="en-US" dirty="0" smtClean="0"/>
              <a:t>Click to edit Master title style</a:t>
            </a:r>
            <a:endParaRPr lang="en-US" dirty="0"/>
          </a:p>
        </p:txBody>
      </p:sp>
      <p:sp>
        <p:nvSpPr>
          <p:cNvPr id="3" name="Subtitle 2"/>
          <p:cNvSpPr>
            <a:spLocks noGrp="1"/>
          </p:cNvSpPr>
          <p:nvPr>
            <p:ph type="subTitle" idx="1"/>
          </p:nvPr>
        </p:nvSpPr>
        <p:spPr>
          <a:xfrm>
            <a:off x="500621" y="5929514"/>
            <a:ext cx="6400800" cy="411137"/>
          </a:xfrm>
        </p:spPr>
        <p:txBody>
          <a:bodyPr rtlCol="0">
            <a:noAutofit/>
          </a:bodyPr>
          <a:lstStyle>
            <a:lvl1pPr>
              <a:defRPr lang="en-US" sz="2800" b="0" i="0" dirty="0">
                <a:latin typeface="Arial Unicode MS" panose="020B0604020202020204" pitchFamily="34" charset="-122"/>
                <a:ea typeface="Arial Unicode MS" panose="020B0604020202020204" pitchFamily="34" charset="-122"/>
                <a:cs typeface="Arial Unicode MS" panose="020B0604020202020204" pitchFamily="34" charset="-122"/>
              </a:defRPr>
            </a:lvl1pPr>
          </a:lstStyle>
          <a:p>
            <a:pPr lvl="0"/>
            <a:r>
              <a:rPr lang="en-US" dirty="0" smtClean="0"/>
              <a:t>Click to edit Master subtitle style</a:t>
            </a:r>
            <a:endParaRPr lang="en-US" dirty="0"/>
          </a:p>
        </p:txBody>
      </p:sp>
    </p:spTree>
    <p:extLst>
      <p:ext uri="{BB962C8B-B14F-4D97-AF65-F5344CB8AC3E}">
        <p14:creationId xmlns:p14="http://schemas.microsoft.com/office/powerpoint/2010/main" val="187714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2017-11-21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p:cNvPicPr>
            <a:picLocks noGrp="1" noChangeAspect="1"/>
          </p:cNvPicPr>
          <p:nvPr>
            <p:ph type="pic" sz="quarter" idx="10"/>
          </p:nvPr>
        </p:nvPicPr>
        <p:blipFill>
          <a:blip r:embed="rId3"/>
          <a:stretch>
            <a:fillRect/>
          </a:stretch>
        </p:blipFill>
        <p:spPr>
          <a:xfrm>
            <a:off x="246063" y="252413"/>
            <a:ext cx="8645525" cy="4570412"/>
          </a:xfrm>
        </p:spPr>
      </p:pic>
      <p:sp>
        <p:nvSpPr>
          <p:cNvPr id="9219" name="Title 2"/>
          <p:cNvSpPr>
            <a:spLocks noGrp="1"/>
          </p:cNvSpPr>
          <p:nvPr>
            <p:ph type="ctrTitle"/>
          </p:nvPr>
        </p:nvSpPr>
        <p:spPr>
          <a:xfrm>
            <a:off x="390525" y="4972050"/>
            <a:ext cx="7772400" cy="646113"/>
          </a:xfrm>
        </p:spPr>
        <p:txBody>
          <a:bodyPr/>
          <a:lstStyle/>
          <a:p>
            <a:pPr eaLnBrk="1" hangingPunct="1"/>
            <a:r>
              <a:rPr altLang="zh-CN" dirty="0" smtClean="0">
                <a:ea typeface="华文黑体"/>
                <a:cs typeface="华文黑体"/>
              </a:rPr>
              <a:t>Kafka</a:t>
            </a:r>
            <a:r>
              <a:rPr lang="zh-CN" altLang="en-US" dirty="0" smtClean="0">
                <a:ea typeface="华文黑体"/>
                <a:cs typeface="华文黑体"/>
              </a:rPr>
              <a:t>消息中间件</a:t>
            </a:r>
          </a:p>
        </p:txBody>
      </p:sp>
      <p:sp>
        <p:nvSpPr>
          <p:cNvPr id="9220" name="Subtitle 3"/>
          <p:cNvSpPr>
            <a:spLocks noGrp="1"/>
          </p:cNvSpPr>
          <p:nvPr>
            <p:ph type="subTitle" idx="1"/>
          </p:nvPr>
        </p:nvSpPr>
        <p:spPr>
          <a:xfrm>
            <a:off x="2490788" y="5537200"/>
            <a:ext cx="6400800" cy="565150"/>
          </a:xfrm>
        </p:spPr>
        <p:txBody>
          <a:bodyPr/>
          <a:lstStyle/>
          <a:p>
            <a:pPr marL="0" indent="0" eaLnBrk="1" hangingPunct="1">
              <a:buFont typeface="Arial" pitchFamily="34" charset="0"/>
              <a:buNone/>
            </a:pPr>
            <a:r>
              <a:rPr lang="zh-CN" altLang="en-US" sz="2000" b="1" i="1" dirty="0" smtClean="0">
                <a:ea typeface="华文黑体"/>
                <a:cs typeface="华文黑体"/>
              </a:rPr>
              <a:t>                                           张帆 </a:t>
            </a:r>
            <a:r>
              <a:rPr altLang="zh-CN" sz="2000" b="1" i="1" dirty="0" smtClean="0">
                <a:ea typeface="华文黑体"/>
                <a:cs typeface="华文黑体"/>
              </a:rPr>
              <a:t>2017-11-18</a:t>
            </a:r>
          </a:p>
        </p:txBody>
      </p:sp>
      <p:pic>
        <p:nvPicPr>
          <p:cNvPr id="9221"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53237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503238" y="409575"/>
            <a:ext cx="6443662" cy="1233488"/>
          </a:xfrm>
        </p:spPr>
        <p:txBody>
          <a:bodyPr/>
          <a:lstStyle/>
          <a:p>
            <a:pPr eaLnBrk="1" hangingPunct="1"/>
            <a:r>
              <a:rPr lang="zh-CN" altLang="en-US" smtClean="0"/>
              <a:t>目录</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075379102"/>
              </p:ext>
            </p:extLst>
          </p:nvPr>
        </p:nvGraphicFramePr>
        <p:xfrm>
          <a:off x="503238" y="1708150"/>
          <a:ext cx="8143875" cy="438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8256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简介</a:t>
            </a:r>
            <a:endParaRPr lang="zh-CN" altLang="en-US" dirty="0"/>
          </a:p>
        </p:txBody>
      </p:sp>
      <p:sp>
        <p:nvSpPr>
          <p:cNvPr id="11268" name="内容占位符 3"/>
          <p:cNvSpPr>
            <a:spLocks noGrp="1"/>
          </p:cNvSpPr>
          <p:nvPr>
            <p:ph idx="1"/>
          </p:nvPr>
        </p:nvSpPr>
        <p:spPr>
          <a:xfrm>
            <a:off x="503238" y="1065213"/>
            <a:ext cx="8143875" cy="5029200"/>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971600" y="1916832"/>
            <a:ext cx="6768752" cy="295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1"/>
            <a:r>
              <a:rPr lang="en-US" altLang="zh-CN" dirty="0" smtClean="0"/>
              <a:t>     Kafka</a:t>
            </a:r>
            <a:r>
              <a:rPr lang="zh-CN" altLang="zh-CN" dirty="0" smtClean="0"/>
              <a:t>是</a:t>
            </a:r>
            <a:r>
              <a:rPr lang="zh-CN" altLang="zh-CN" dirty="0"/>
              <a:t>最初由</a:t>
            </a:r>
            <a:r>
              <a:rPr lang="en-US" altLang="zh-CN" dirty="0" err="1"/>
              <a:t>Linkedin</a:t>
            </a:r>
            <a:r>
              <a:rPr lang="zh-CN" altLang="zh-CN" dirty="0"/>
              <a:t>公司开发，是一个分布式、分区的、多</a:t>
            </a:r>
            <a:r>
              <a:rPr lang="zh-CN" altLang="zh-CN" dirty="0" smtClean="0"/>
              <a:t>副本</a:t>
            </a:r>
            <a:r>
              <a:rPr lang="zh-CN" altLang="en-US" dirty="0" smtClean="0"/>
              <a:t>、</a:t>
            </a:r>
            <a:r>
              <a:rPr lang="zh-CN" altLang="zh-CN" dirty="0" smtClean="0"/>
              <a:t>基</a:t>
            </a:r>
            <a:r>
              <a:rPr lang="zh-CN" altLang="en-US" dirty="0" smtClean="0"/>
              <a:t>于</a:t>
            </a:r>
            <a:r>
              <a:rPr lang="en-US" altLang="zh-CN" dirty="0" smtClean="0"/>
              <a:t>zookeeper</a:t>
            </a:r>
            <a:r>
              <a:rPr lang="zh-CN" altLang="zh-CN" dirty="0" smtClean="0"/>
              <a:t>协调</a:t>
            </a:r>
            <a:r>
              <a:rPr lang="zh-CN" altLang="zh-CN" dirty="0"/>
              <a:t>的分布式日志系统（也可以当做</a:t>
            </a:r>
            <a:r>
              <a:rPr lang="en-US" altLang="zh-CN" dirty="0"/>
              <a:t>MQ</a:t>
            </a:r>
            <a:r>
              <a:rPr lang="zh-CN" altLang="zh-CN" dirty="0"/>
              <a:t>系统），常见可以用于</a:t>
            </a:r>
            <a:r>
              <a:rPr lang="en-US" altLang="zh-CN" dirty="0"/>
              <a:t>web/</a:t>
            </a:r>
            <a:r>
              <a:rPr lang="en-US" altLang="zh-CN" dirty="0" err="1"/>
              <a:t>nginx</a:t>
            </a:r>
            <a:r>
              <a:rPr lang="zh-CN" altLang="zh-CN" dirty="0"/>
              <a:t>日志、访问日志，消息服务等等，</a:t>
            </a:r>
            <a:r>
              <a:rPr lang="en-US" altLang="zh-CN" dirty="0" err="1"/>
              <a:t>Linkedin</a:t>
            </a:r>
            <a:r>
              <a:rPr lang="zh-CN" altLang="zh-CN" dirty="0"/>
              <a:t>于</a:t>
            </a:r>
            <a:r>
              <a:rPr lang="en-US" altLang="zh-CN" dirty="0"/>
              <a:t>2010</a:t>
            </a:r>
            <a:r>
              <a:rPr lang="zh-CN" altLang="zh-CN" dirty="0"/>
              <a:t>年贡献给了</a:t>
            </a:r>
            <a:r>
              <a:rPr lang="en-US" altLang="zh-CN" dirty="0"/>
              <a:t>Apache</a:t>
            </a:r>
            <a:r>
              <a:rPr lang="zh-CN" altLang="zh-CN" dirty="0"/>
              <a:t>基金会并成为顶级开源项目。</a:t>
            </a:r>
          </a:p>
          <a:p>
            <a:r>
              <a:rPr lang="en-US" altLang="zh-CN" dirty="0" smtClean="0"/>
              <a:t>    </a:t>
            </a:r>
          </a:p>
          <a:p>
            <a:r>
              <a:rPr lang="en-US" altLang="zh-CN" dirty="0" smtClean="0"/>
              <a:t>    </a:t>
            </a:r>
            <a:r>
              <a:rPr lang="zh-CN" altLang="zh-CN" dirty="0" smtClean="0"/>
              <a:t>主要</a:t>
            </a:r>
            <a:r>
              <a:rPr lang="zh-CN" altLang="zh-CN" dirty="0"/>
              <a:t>应用场景是：日志收集系统和消息</a:t>
            </a:r>
            <a:r>
              <a:rPr lang="zh-CN" altLang="zh-CN" dirty="0" smtClean="0"/>
              <a:t>系统</a:t>
            </a:r>
            <a:r>
              <a:rPr lang="zh-CN" altLang="en-US" dirty="0" smtClean="0"/>
              <a:t>。</a:t>
            </a:r>
            <a:endParaRPr lang="zh-CN" altLang="en-US" dirty="0"/>
          </a:p>
        </p:txBody>
      </p:sp>
    </p:spTree>
    <p:extLst>
      <p:ext uri="{BB962C8B-B14F-4D97-AF65-F5344CB8AC3E}">
        <p14:creationId xmlns:p14="http://schemas.microsoft.com/office/powerpoint/2010/main" val="35066242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简介</a:t>
            </a:r>
            <a:endParaRPr lang="zh-CN" altLang="en-US" dirty="0"/>
          </a:p>
        </p:txBody>
      </p:sp>
      <p:sp>
        <p:nvSpPr>
          <p:cNvPr id="11268" name="内容占位符 3"/>
          <p:cNvSpPr>
            <a:spLocks noGrp="1"/>
          </p:cNvSpPr>
          <p:nvPr>
            <p:ph idx="1"/>
          </p:nvPr>
        </p:nvSpPr>
        <p:spPr>
          <a:xfrm>
            <a:off x="503238" y="1065213"/>
            <a:ext cx="8143875" cy="5029200"/>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设计特征</a:t>
            </a:r>
            <a:endParaRPr lang="zh-CN" altLang="en-US" dirty="0"/>
          </a:p>
        </p:txBody>
      </p:sp>
      <p:graphicFrame>
        <p:nvGraphicFramePr>
          <p:cNvPr id="11" name="图示 10"/>
          <p:cNvGraphicFramePr/>
          <p:nvPr>
            <p:extLst>
              <p:ext uri="{D42A27DB-BD31-4B8C-83A1-F6EECF244321}">
                <p14:modId xmlns:p14="http://schemas.microsoft.com/office/powerpoint/2010/main" val="3959098481"/>
              </p:ext>
            </p:extLst>
          </p:nvPr>
        </p:nvGraphicFramePr>
        <p:xfrm>
          <a:off x="0" y="1484784"/>
          <a:ext cx="11124728" cy="4536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403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graphicFrame>
        <p:nvGraphicFramePr>
          <p:cNvPr id="2" name="内容占位符 1"/>
          <p:cNvGraphicFramePr>
            <a:graphicFrameLocks noGrp="1"/>
          </p:cNvGraphicFramePr>
          <p:nvPr>
            <p:ph idx="1"/>
            <p:extLst>
              <p:ext uri="{D42A27DB-BD31-4B8C-83A1-F6EECF244321}">
                <p14:modId xmlns:p14="http://schemas.microsoft.com/office/powerpoint/2010/main" val="922706671"/>
              </p:ext>
            </p:extLst>
          </p:nvPr>
        </p:nvGraphicFramePr>
        <p:xfrm>
          <a:off x="827584" y="1844823"/>
          <a:ext cx="7819529" cy="4032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7"/>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持久化</a:t>
            </a:r>
          </a:p>
        </p:txBody>
      </p:sp>
    </p:spTree>
    <p:extLst>
      <p:ext uri="{BB962C8B-B14F-4D97-AF65-F5344CB8AC3E}">
        <p14:creationId xmlns:p14="http://schemas.microsoft.com/office/powerpoint/2010/main" val="1378458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事务特点</a:t>
            </a:r>
            <a:endParaRPr lang="zh-CN" altLang="en-US" dirty="0"/>
          </a:p>
        </p:txBody>
      </p:sp>
      <p:graphicFrame>
        <p:nvGraphicFramePr>
          <p:cNvPr id="8" name="图示 7"/>
          <p:cNvGraphicFramePr/>
          <p:nvPr>
            <p:extLst>
              <p:ext uri="{D42A27DB-BD31-4B8C-83A1-F6EECF244321}">
                <p14:modId xmlns:p14="http://schemas.microsoft.com/office/powerpoint/2010/main" val="1793464981"/>
              </p:ext>
            </p:extLst>
          </p:nvPr>
        </p:nvGraphicFramePr>
        <p:xfrm>
          <a:off x="1187624" y="2001266"/>
          <a:ext cx="6318448" cy="4319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933521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通讯模式</a:t>
            </a:r>
            <a:endParaRPr lang="zh-CN" altLang="en-US" dirty="0"/>
          </a:p>
        </p:txBody>
      </p:sp>
      <p:pic>
        <p:nvPicPr>
          <p:cNvPr id="102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884784" y="1413668"/>
            <a:ext cx="8249950" cy="237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1259632" y="4160922"/>
            <a:ext cx="7128792" cy="2232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Kafka</a:t>
            </a:r>
            <a:r>
              <a:rPr lang="zh-CN" altLang="en-US" dirty="0"/>
              <a:t>是基于</a:t>
            </a:r>
            <a:r>
              <a:rPr lang="en-US" altLang="zh-CN" dirty="0"/>
              <a:t>Java NIO</a:t>
            </a:r>
            <a:r>
              <a:rPr lang="zh-CN" altLang="en-US" dirty="0"/>
              <a:t>来开发的，采用了</a:t>
            </a:r>
            <a:r>
              <a:rPr lang="en-US" altLang="zh-CN" dirty="0"/>
              <a:t>Reactor</a:t>
            </a:r>
            <a:r>
              <a:rPr lang="zh-CN" altLang="en-US" dirty="0"/>
              <a:t>的模式</a:t>
            </a:r>
            <a:r>
              <a:rPr lang="zh-CN" altLang="en-US" dirty="0" smtClean="0"/>
              <a:t>：</a:t>
            </a:r>
            <a:endParaRPr lang="zh-CN" altLang="en-US" dirty="0"/>
          </a:p>
          <a:p>
            <a:pPr marL="285750" indent="-285750">
              <a:buFont typeface="Wingdings" panose="05000000000000000000" pitchFamily="2" charset="2"/>
              <a:buChar char="l"/>
            </a:pPr>
            <a:r>
              <a:rPr lang="en-US" altLang="zh-CN" dirty="0" smtClean="0"/>
              <a:t>1</a:t>
            </a:r>
            <a:r>
              <a:rPr lang="zh-CN" altLang="en-US" dirty="0"/>
              <a:t>个</a:t>
            </a:r>
            <a:r>
              <a:rPr lang="en-US" altLang="zh-CN" dirty="0"/>
              <a:t>Acceptor</a:t>
            </a:r>
            <a:r>
              <a:rPr lang="zh-CN" altLang="en-US" dirty="0"/>
              <a:t>线程</a:t>
            </a:r>
            <a:r>
              <a:rPr lang="zh-CN" altLang="en-US" dirty="0" smtClean="0"/>
              <a:t>负责接收客户端的请求</a:t>
            </a:r>
            <a:endParaRPr lang="en-US" altLang="zh-CN" dirty="0" smtClean="0"/>
          </a:p>
          <a:p>
            <a:pPr marL="285750" indent="-285750">
              <a:buFont typeface="Wingdings" panose="05000000000000000000" pitchFamily="2" charset="2"/>
              <a:buChar char="l"/>
            </a:pPr>
            <a:r>
              <a:rPr lang="en-US" altLang="zh-CN" dirty="0" smtClean="0"/>
              <a:t>N</a:t>
            </a:r>
            <a:r>
              <a:rPr lang="zh-CN" altLang="en-US" dirty="0" smtClean="0"/>
              <a:t>个</a:t>
            </a:r>
            <a:r>
              <a:rPr lang="en-US" altLang="zh-CN" dirty="0" smtClean="0"/>
              <a:t>Processor</a:t>
            </a:r>
            <a:r>
              <a:rPr lang="zh-CN" altLang="en-US" dirty="0" smtClean="0"/>
              <a:t>线程， 每个</a:t>
            </a:r>
            <a:r>
              <a:rPr lang="en-US" altLang="zh-CN" dirty="0" smtClean="0"/>
              <a:t>processor</a:t>
            </a:r>
            <a:r>
              <a:rPr lang="zh-CN" altLang="en-US" dirty="0" smtClean="0"/>
              <a:t>都有自己的</a:t>
            </a:r>
            <a:r>
              <a:rPr lang="en-US" altLang="zh-CN" dirty="0" smtClean="0"/>
              <a:t>selector</a:t>
            </a:r>
            <a:r>
              <a:rPr lang="zh-CN" altLang="en-US" dirty="0" smtClean="0"/>
              <a:t>，负责从</a:t>
            </a:r>
            <a:r>
              <a:rPr lang="en-US" altLang="zh-CN" dirty="0" smtClean="0"/>
              <a:t>socket</a:t>
            </a:r>
            <a:r>
              <a:rPr lang="zh-CN" altLang="en-US" dirty="0" smtClean="0"/>
              <a:t>中读取请求、</a:t>
            </a:r>
            <a:r>
              <a:rPr lang="zh-CN" altLang="en-US" dirty="0"/>
              <a:t>读写数据</a:t>
            </a:r>
            <a:r>
              <a:rPr lang="zh-CN" altLang="en-US" dirty="0" smtClean="0"/>
              <a:t>和发送</a:t>
            </a:r>
            <a:r>
              <a:rPr lang="en-US" altLang="zh-CN" dirty="0" smtClean="0"/>
              <a:t>response</a:t>
            </a:r>
          </a:p>
          <a:p>
            <a:pPr marL="285750" indent="-285750">
              <a:buFont typeface="Wingdings" panose="05000000000000000000" pitchFamily="2" charset="2"/>
              <a:buChar char="l"/>
            </a:pPr>
            <a:r>
              <a:rPr lang="en-US" altLang="zh-CN" dirty="0" smtClean="0"/>
              <a:t>M</a:t>
            </a:r>
            <a:r>
              <a:rPr lang="zh-CN" altLang="en-US" dirty="0"/>
              <a:t>个</a:t>
            </a:r>
            <a:r>
              <a:rPr lang="en-US" altLang="zh-CN" dirty="0"/>
              <a:t>Handler</a:t>
            </a:r>
            <a:r>
              <a:rPr lang="zh-CN" altLang="en-US" dirty="0"/>
              <a:t>线程</a:t>
            </a:r>
            <a:r>
              <a:rPr lang="zh-CN" altLang="en-US" dirty="0" smtClean="0"/>
              <a:t>处理业务逻辑，</a:t>
            </a:r>
            <a:r>
              <a:rPr lang="zh-CN" altLang="en-US" dirty="0"/>
              <a:t>并产生</a:t>
            </a:r>
            <a:r>
              <a:rPr lang="en-US" altLang="zh-CN" dirty="0"/>
              <a:t>response</a:t>
            </a:r>
            <a:r>
              <a:rPr lang="zh-CN" altLang="en-US" dirty="0"/>
              <a:t>给</a:t>
            </a:r>
            <a:r>
              <a:rPr lang="en-US" altLang="zh-CN" dirty="0"/>
              <a:t>processor</a:t>
            </a:r>
            <a:r>
              <a:rPr lang="zh-CN" altLang="en-US" dirty="0"/>
              <a:t>线程</a:t>
            </a:r>
          </a:p>
          <a:p>
            <a:pPr algn="ctr"/>
            <a:endParaRPr lang="zh-CN" altLang="en-US" dirty="0"/>
          </a:p>
        </p:txBody>
      </p:sp>
    </p:spTree>
    <p:extLst>
      <p:ext uri="{BB962C8B-B14F-4D97-AF65-F5344CB8AC3E}">
        <p14:creationId xmlns:p14="http://schemas.microsoft.com/office/powerpoint/2010/main" val="2239828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sp>
        <p:nvSpPr>
          <p:cNvPr id="11268" name="内容占位符 3"/>
          <p:cNvSpPr>
            <a:spLocks noGrp="1"/>
          </p:cNvSpPr>
          <p:nvPr>
            <p:ph idx="1"/>
          </p:nvPr>
        </p:nvSpPr>
        <p:spPr>
          <a:xfrm>
            <a:off x="827584" y="1844823"/>
            <a:ext cx="7819529" cy="4032449"/>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存储结构</a:t>
            </a:r>
            <a:endParaRPr lang="zh-CN" alt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3828083"/>
            <a:ext cx="4400550" cy="2524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149952" y="1894161"/>
            <a:ext cx="3384376" cy="1485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t>Topic </a:t>
            </a:r>
            <a:endParaRPr lang="en-US" altLang="zh-CN" b="1" dirty="0" smtClean="0"/>
          </a:p>
          <a:p>
            <a:r>
              <a:rPr lang="zh-CN" altLang="zh-CN" dirty="0" smtClean="0"/>
              <a:t>一</a:t>
            </a:r>
            <a:r>
              <a:rPr lang="zh-CN" altLang="zh-CN" dirty="0"/>
              <a:t>个</a:t>
            </a:r>
            <a:r>
              <a:rPr lang="en-US" altLang="zh-CN" dirty="0"/>
              <a:t>topic</a:t>
            </a:r>
            <a:r>
              <a:rPr lang="zh-CN" altLang="zh-CN" dirty="0"/>
              <a:t>可以认为一个一类消息</a:t>
            </a:r>
            <a:r>
              <a:rPr lang="zh-CN" altLang="zh-CN" dirty="0" smtClean="0"/>
              <a:t>，</a:t>
            </a:r>
            <a:r>
              <a:rPr lang="zh-CN" altLang="en-US" dirty="0" smtClean="0"/>
              <a:t>生产者往指定的</a:t>
            </a:r>
            <a:r>
              <a:rPr lang="en-US" altLang="zh-CN" dirty="0" smtClean="0"/>
              <a:t>topic</a:t>
            </a:r>
            <a:r>
              <a:rPr lang="zh-CN" altLang="en-US" dirty="0" smtClean="0"/>
              <a:t>里面写入数据，消费者顺序从订阅的</a:t>
            </a:r>
            <a:r>
              <a:rPr lang="en-US" altLang="zh-CN" dirty="0" smtClean="0"/>
              <a:t>topic</a:t>
            </a:r>
            <a:r>
              <a:rPr lang="zh-CN" altLang="en-US" dirty="0" smtClean="0"/>
              <a:t>中读取消息</a:t>
            </a:r>
            <a:r>
              <a:rPr lang="zh-CN" altLang="zh-CN" dirty="0" smtClean="0"/>
              <a:t>。</a:t>
            </a:r>
            <a:endParaRPr lang="en-US" altLang="zh-CN" dirty="0" smtClean="0"/>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6225" y="1556792"/>
            <a:ext cx="3486349" cy="19760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1149952" y="3987177"/>
            <a:ext cx="3528392" cy="22059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1"/>
            <a:r>
              <a:rPr lang="en-US" altLang="zh-CN" b="1" dirty="0" smtClean="0"/>
              <a:t>Partition</a:t>
            </a:r>
            <a:r>
              <a:rPr lang="en-US" altLang="zh-CN" dirty="0" smtClean="0"/>
              <a:t>   </a:t>
            </a:r>
          </a:p>
          <a:p>
            <a:pPr latinLnBrk="1"/>
            <a:r>
              <a:rPr lang="zh-CN" altLang="zh-CN" dirty="0" smtClean="0"/>
              <a:t>在</a:t>
            </a:r>
            <a:r>
              <a:rPr lang="en-US" altLang="zh-CN" dirty="0"/>
              <a:t>Kafka</a:t>
            </a:r>
            <a:r>
              <a:rPr lang="zh-CN" altLang="zh-CN" dirty="0"/>
              <a:t>文件存储中，同一个</a:t>
            </a:r>
            <a:r>
              <a:rPr lang="en-US" altLang="zh-CN" dirty="0"/>
              <a:t>topic</a:t>
            </a:r>
            <a:r>
              <a:rPr lang="zh-CN" altLang="zh-CN" dirty="0"/>
              <a:t>下有多个不同</a:t>
            </a:r>
            <a:r>
              <a:rPr lang="en-US" altLang="zh-CN" dirty="0"/>
              <a:t>partition</a:t>
            </a:r>
            <a:r>
              <a:rPr lang="zh-CN" altLang="zh-CN" dirty="0"/>
              <a:t>，每个</a:t>
            </a:r>
            <a:r>
              <a:rPr lang="en-US" altLang="zh-CN" dirty="0"/>
              <a:t>partition</a:t>
            </a:r>
            <a:r>
              <a:rPr lang="zh-CN" altLang="zh-CN" dirty="0"/>
              <a:t>为一个</a:t>
            </a:r>
            <a:r>
              <a:rPr lang="zh-CN" altLang="zh-CN" dirty="0" smtClean="0"/>
              <a:t>目录</a:t>
            </a:r>
            <a:r>
              <a:rPr lang="zh-CN" altLang="en-US" dirty="0" smtClean="0"/>
              <a:t>。</a:t>
            </a:r>
            <a:endParaRPr lang="zh-CN" altLang="zh-CN" dirty="0"/>
          </a:p>
          <a:p>
            <a:pPr latinLnBrk="1"/>
            <a:r>
              <a:rPr lang="en-US" altLang="zh-CN" dirty="0" smtClean="0"/>
              <a:t>partition</a:t>
            </a:r>
            <a:r>
              <a:rPr lang="zh-CN" altLang="zh-CN" dirty="0"/>
              <a:t>命名</a:t>
            </a:r>
            <a:r>
              <a:rPr lang="zh-CN" altLang="zh-CN" dirty="0" smtClean="0"/>
              <a:t>规则</a:t>
            </a:r>
            <a:r>
              <a:rPr lang="zh-CN" altLang="en-US" dirty="0" smtClean="0"/>
              <a:t>：</a:t>
            </a:r>
            <a:endParaRPr lang="en-US" altLang="zh-CN" dirty="0" smtClean="0"/>
          </a:p>
          <a:p>
            <a:pPr latinLnBrk="1"/>
            <a:r>
              <a:rPr lang="en-US" altLang="zh-CN" dirty="0" smtClean="0"/>
              <a:t>  topic</a:t>
            </a:r>
            <a:r>
              <a:rPr lang="zh-CN" altLang="zh-CN" dirty="0"/>
              <a:t>名称</a:t>
            </a:r>
            <a:r>
              <a:rPr lang="en-US" altLang="zh-CN" dirty="0"/>
              <a:t>+</a:t>
            </a:r>
            <a:r>
              <a:rPr lang="zh-CN" altLang="zh-CN" dirty="0"/>
              <a:t>有序序号</a:t>
            </a:r>
            <a:r>
              <a:rPr lang="zh-CN" altLang="zh-CN" dirty="0" smtClean="0"/>
              <a:t>，</a:t>
            </a:r>
            <a:endParaRPr lang="en-US" altLang="zh-CN" dirty="0" smtClean="0"/>
          </a:p>
          <a:p>
            <a:pPr latinLnBrk="1"/>
            <a:r>
              <a:rPr lang="en-US" altLang="zh-CN" dirty="0"/>
              <a:t> </a:t>
            </a:r>
            <a:r>
              <a:rPr lang="en-US" altLang="zh-CN" dirty="0" smtClean="0"/>
              <a:t> </a:t>
            </a:r>
            <a:r>
              <a:rPr lang="zh-CN" altLang="zh-CN" dirty="0" smtClean="0"/>
              <a:t>第一</a:t>
            </a:r>
            <a:r>
              <a:rPr lang="zh-CN" altLang="zh-CN" dirty="0"/>
              <a:t>个</a:t>
            </a:r>
            <a:r>
              <a:rPr lang="en-US" altLang="zh-CN" dirty="0"/>
              <a:t>partition</a:t>
            </a:r>
            <a:r>
              <a:rPr lang="zh-CN" altLang="zh-CN" dirty="0"/>
              <a:t>序号从</a:t>
            </a:r>
            <a:r>
              <a:rPr lang="en-US" altLang="zh-CN" dirty="0"/>
              <a:t>0</a:t>
            </a:r>
            <a:r>
              <a:rPr lang="zh-CN" altLang="zh-CN" dirty="0"/>
              <a:t>开始</a:t>
            </a:r>
            <a:r>
              <a:rPr lang="zh-CN" altLang="zh-CN" dirty="0" smtClean="0"/>
              <a:t>，</a:t>
            </a:r>
            <a:r>
              <a:rPr lang="en-US" altLang="zh-CN" dirty="0" smtClean="0"/>
              <a:t>  </a:t>
            </a:r>
            <a:r>
              <a:rPr lang="zh-CN" altLang="zh-CN" dirty="0" smtClean="0"/>
              <a:t>序号</a:t>
            </a:r>
            <a:r>
              <a:rPr lang="zh-CN" altLang="zh-CN" dirty="0"/>
              <a:t>最大值</a:t>
            </a:r>
            <a:r>
              <a:rPr lang="zh-CN" altLang="zh-CN" dirty="0" smtClean="0"/>
              <a:t>为</a:t>
            </a:r>
            <a:r>
              <a:rPr lang="en-US" altLang="zh-CN" dirty="0" smtClean="0"/>
              <a:t>partitions</a:t>
            </a:r>
            <a:r>
              <a:rPr lang="zh-CN" altLang="zh-CN" dirty="0"/>
              <a:t>数量减</a:t>
            </a:r>
            <a:r>
              <a:rPr lang="en-US" altLang="zh-CN" dirty="0"/>
              <a:t>1</a:t>
            </a:r>
            <a:r>
              <a:rPr lang="zh-CN" altLang="zh-CN" dirty="0"/>
              <a:t>。</a:t>
            </a:r>
            <a:endParaRPr lang="zh-CN" altLang="en-US" dirty="0"/>
          </a:p>
        </p:txBody>
      </p:sp>
    </p:spTree>
    <p:extLst>
      <p:ext uri="{BB962C8B-B14F-4D97-AF65-F5344CB8AC3E}">
        <p14:creationId xmlns:p14="http://schemas.microsoft.com/office/powerpoint/2010/main" val="26190434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sp>
        <p:nvSpPr>
          <p:cNvPr id="11268" name="内容占位符 3"/>
          <p:cNvSpPr>
            <a:spLocks noGrp="1"/>
          </p:cNvSpPr>
          <p:nvPr>
            <p:ph idx="1"/>
          </p:nvPr>
        </p:nvSpPr>
        <p:spPr>
          <a:xfrm>
            <a:off x="827584" y="1844823"/>
            <a:ext cx="7819529" cy="4032449"/>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存储结构</a:t>
            </a:r>
            <a:endParaRPr lang="zh-CN" altLang="en-US" dirty="0"/>
          </a:p>
        </p:txBody>
      </p:sp>
      <p:sp>
        <p:nvSpPr>
          <p:cNvPr id="4" name="矩形 3"/>
          <p:cNvSpPr/>
          <p:nvPr/>
        </p:nvSpPr>
        <p:spPr>
          <a:xfrm>
            <a:off x="1331640" y="4428347"/>
            <a:ext cx="3096344" cy="1485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smtClean="0"/>
              <a:t>Append Log</a:t>
            </a:r>
          </a:p>
          <a:p>
            <a:endParaRPr lang="en-US" altLang="zh-CN" b="1" dirty="0" smtClean="0"/>
          </a:p>
          <a:p>
            <a:r>
              <a:rPr lang="en-US" altLang="zh-CN" b="1" dirty="0"/>
              <a:t> </a:t>
            </a:r>
            <a:r>
              <a:rPr lang="en-US" altLang="zh-CN" b="1" dirty="0" smtClean="0"/>
              <a:t> </a:t>
            </a:r>
            <a:r>
              <a:rPr lang="en-US" altLang="zh-CN" b="1" dirty="0"/>
              <a:t>K</a:t>
            </a:r>
            <a:r>
              <a:rPr lang="en-US" altLang="zh-CN" b="1" dirty="0" smtClean="0"/>
              <a:t>afka</a:t>
            </a:r>
            <a:r>
              <a:rPr lang="zh-CN" altLang="en-US" b="1" dirty="0" smtClean="0"/>
              <a:t>数据的顺序存储通过追加读取的日志文件来实现。</a:t>
            </a:r>
            <a:endParaRPr lang="en-US" altLang="zh-CN" b="1" dirty="0" smtClean="0"/>
          </a:p>
        </p:txBody>
      </p:sp>
      <p:sp>
        <p:nvSpPr>
          <p:cNvPr id="5" name="矩形 4"/>
          <p:cNvSpPr/>
          <p:nvPr/>
        </p:nvSpPr>
        <p:spPr>
          <a:xfrm>
            <a:off x="5013616" y="4428348"/>
            <a:ext cx="3386624" cy="1485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1"/>
            <a:r>
              <a:rPr lang="en-US" altLang="zh-CN" b="1" dirty="0" smtClean="0"/>
              <a:t>Log segment</a:t>
            </a:r>
          </a:p>
          <a:p>
            <a:pPr latinLnBrk="1"/>
            <a:r>
              <a:rPr lang="en-US" altLang="zh-CN" dirty="0" smtClean="0"/>
              <a:t>  Kafka</a:t>
            </a:r>
            <a:r>
              <a:rPr lang="zh-CN" altLang="en-US" dirty="0" smtClean="0"/>
              <a:t>为日志文件设置分段，</a:t>
            </a:r>
            <a:r>
              <a:rPr lang="zh-CN" altLang="en-US" dirty="0"/>
              <a:t>提供</a:t>
            </a:r>
            <a:r>
              <a:rPr lang="zh-CN" altLang="en-US" dirty="0" smtClean="0"/>
              <a:t>为每个分段日志文件设置日志年龄和日志最大值。</a:t>
            </a:r>
            <a:endParaRPr lang="zh-CN" altLang="en-US" dirty="0"/>
          </a:p>
        </p:txBody>
      </p:sp>
      <p:pic>
        <p:nvPicPr>
          <p:cNvPr id="11" name="图片 10" descr="http://misc.linkedkeeper.com/misc/img/blog/201707/linkedkeeper0_db460b0e-81c1-432d-94c5-6113e24deb06.jpg"/>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346602"/>
            <a:ext cx="5709920" cy="2814320"/>
          </a:xfrm>
          <a:prstGeom prst="rect">
            <a:avLst/>
          </a:prstGeom>
          <a:noFill/>
          <a:ln>
            <a:noFill/>
          </a:ln>
        </p:spPr>
      </p:pic>
    </p:spTree>
    <p:extLst>
      <p:ext uri="{BB962C8B-B14F-4D97-AF65-F5344CB8AC3E}">
        <p14:creationId xmlns:p14="http://schemas.microsoft.com/office/powerpoint/2010/main" val="27459499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sp>
        <p:nvSpPr>
          <p:cNvPr id="11268" name="内容占位符 3"/>
          <p:cNvSpPr>
            <a:spLocks noGrp="1"/>
          </p:cNvSpPr>
          <p:nvPr>
            <p:ph idx="1"/>
          </p:nvPr>
        </p:nvSpPr>
        <p:spPr>
          <a:xfrm>
            <a:off x="827584" y="1844823"/>
            <a:ext cx="7819529" cy="4032449"/>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存储结构</a:t>
            </a:r>
            <a:endParaRPr lang="zh-CN" altLang="en-US" dirty="0"/>
          </a:p>
        </p:txBody>
      </p:sp>
      <p:pic>
        <p:nvPicPr>
          <p:cNvPr id="10" name="图片 9" descr="http://misc.linkedkeeper.com/misc/img/blog/201707/linkedkeeper0_7a05abe1-0f8e-42e3-8967-d1b2c08df29d.jpg"/>
          <p:cNvPicPr/>
          <p:nvPr/>
        </p:nvPicPr>
        <p:blipFill>
          <a:blip r:embed="rId4">
            <a:extLst>
              <a:ext uri="{28A0092B-C50C-407E-A947-70E740481C1C}">
                <a14:useLocalDpi xmlns:a14="http://schemas.microsoft.com/office/drawing/2010/main" val="0"/>
              </a:ext>
            </a:extLst>
          </a:blip>
          <a:srcRect/>
          <a:stretch>
            <a:fillRect/>
          </a:stretch>
        </p:blipFill>
        <p:spPr bwMode="auto">
          <a:xfrm>
            <a:off x="1763688" y="1268760"/>
            <a:ext cx="5260975" cy="3140710"/>
          </a:xfrm>
          <a:prstGeom prst="rect">
            <a:avLst/>
          </a:prstGeom>
          <a:noFill/>
          <a:ln>
            <a:noFill/>
          </a:ln>
        </p:spPr>
      </p:pic>
      <p:sp>
        <p:nvSpPr>
          <p:cNvPr id="6" name="矩形 5"/>
          <p:cNvSpPr/>
          <p:nvPr/>
        </p:nvSpPr>
        <p:spPr>
          <a:xfrm>
            <a:off x="1331640" y="4409470"/>
            <a:ext cx="6768752" cy="1971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dirty="0" smtClean="0"/>
          </a:p>
          <a:p>
            <a:r>
              <a:rPr lang="en-US" altLang="zh-CN" dirty="0" smtClean="0"/>
              <a:t>log &amp; index </a:t>
            </a:r>
          </a:p>
          <a:p>
            <a:r>
              <a:rPr lang="zh-CN" altLang="en-US" dirty="0" smtClean="0"/>
              <a:t>  日志</a:t>
            </a:r>
            <a:r>
              <a:rPr lang="zh-CN" altLang="en-US" dirty="0"/>
              <a:t>分段文件由一组对应的</a:t>
            </a:r>
            <a:r>
              <a:rPr lang="en-US" altLang="zh-CN" dirty="0"/>
              <a:t>index file</a:t>
            </a:r>
            <a:r>
              <a:rPr lang="zh-CN" altLang="en-US" dirty="0"/>
              <a:t>文件和</a:t>
            </a:r>
            <a:r>
              <a:rPr lang="en-US" altLang="zh-CN" dirty="0"/>
              <a:t>log file</a:t>
            </a:r>
            <a:r>
              <a:rPr lang="zh-CN" altLang="en-US" dirty="0"/>
              <a:t>文件组成</a:t>
            </a:r>
            <a:r>
              <a:rPr lang="zh-CN" altLang="en-US" dirty="0" smtClean="0"/>
              <a:t>。</a:t>
            </a:r>
            <a:r>
              <a:rPr lang="en-US" altLang="zh-CN" dirty="0" smtClean="0"/>
              <a:t>index</a:t>
            </a:r>
            <a:r>
              <a:rPr lang="zh-CN" altLang="en-US" dirty="0"/>
              <a:t>文件记录每条消息</a:t>
            </a:r>
            <a:r>
              <a:rPr lang="zh-CN" altLang="en-US" dirty="0" smtClean="0"/>
              <a:t>在当前</a:t>
            </a:r>
            <a:r>
              <a:rPr lang="en-US" altLang="zh-CN" dirty="0" smtClean="0"/>
              <a:t>log</a:t>
            </a:r>
            <a:r>
              <a:rPr lang="zh-CN" altLang="en-US" dirty="0" smtClean="0"/>
              <a:t>文件中的角标</a:t>
            </a:r>
            <a:r>
              <a:rPr lang="zh-CN" altLang="en-US" dirty="0"/>
              <a:t>和</a:t>
            </a:r>
            <a:r>
              <a:rPr lang="zh-CN" altLang="en-US" dirty="0" smtClean="0"/>
              <a:t>消息的物理偏移位置，而</a:t>
            </a:r>
            <a:r>
              <a:rPr lang="en-US" altLang="zh-CN" dirty="0" smtClean="0"/>
              <a:t>log</a:t>
            </a:r>
            <a:r>
              <a:rPr lang="zh-CN" altLang="en-US" dirty="0" smtClean="0"/>
              <a:t>文件则记录</a:t>
            </a:r>
            <a:r>
              <a:rPr lang="en-US" altLang="zh-CN" dirty="0" smtClean="0"/>
              <a:t>Message</a:t>
            </a:r>
            <a:r>
              <a:rPr lang="zh-CN" altLang="en-US" dirty="0" smtClean="0"/>
              <a:t>数据。</a:t>
            </a:r>
            <a:r>
              <a:rPr lang="en-US" altLang="zh-CN" dirty="0" smtClean="0"/>
              <a:t> </a:t>
            </a:r>
          </a:p>
          <a:p>
            <a:r>
              <a:rPr lang="en-US" altLang="zh-CN" dirty="0" smtClean="0"/>
              <a:t>  </a:t>
            </a:r>
            <a:r>
              <a:rPr lang="zh-CN" altLang="zh-CN" dirty="0" smtClean="0"/>
              <a:t>以</a:t>
            </a:r>
            <a:r>
              <a:rPr lang="zh-CN" altLang="zh-CN" dirty="0"/>
              <a:t>索引文件中</a:t>
            </a:r>
            <a:r>
              <a:rPr lang="zh-CN" altLang="zh-CN" dirty="0" smtClean="0"/>
              <a:t>元数据</a:t>
            </a:r>
            <a:r>
              <a:rPr lang="en-US" altLang="zh-CN" dirty="0" smtClean="0"/>
              <a:t>3,497</a:t>
            </a:r>
            <a:r>
              <a:rPr lang="zh-CN" altLang="zh-CN" dirty="0" smtClean="0"/>
              <a:t>为例，依次在</a:t>
            </a:r>
            <a:r>
              <a:rPr lang="zh-CN" altLang="zh-CN" dirty="0"/>
              <a:t>数据文件中表示第</a:t>
            </a:r>
            <a:r>
              <a:rPr lang="en-US" altLang="zh-CN" dirty="0"/>
              <a:t>3</a:t>
            </a:r>
            <a:r>
              <a:rPr lang="zh-CN" altLang="zh-CN" dirty="0"/>
              <a:t>个</a:t>
            </a:r>
            <a:r>
              <a:rPr lang="en-US" altLang="zh-CN" dirty="0"/>
              <a:t>message</a:t>
            </a:r>
            <a:r>
              <a:rPr lang="zh-CN" altLang="zh-CN" dirty="0"/>
              <a:t>（在全局</a:t>
            </a:r>
            <a:r>
              <a:rPr lang="en-US" altLang="zh-CN" dirty="0" smtClean="0"/>
              <a:t>partition</a:t>
            </a:r>
            <a:r>
              <a:rPr lang="zh-CN" altLang="zh-CN" dirty="0"/>
              <a:t>表示第</a:t>
            </a:r>
            <a:r>
              <a:rPr lang="en-US" altLang="zh-CN" dirty="0"/>
              <a:t>368772</a:t>
            </a:r>
            <a:r>
              <a:rPr lang="zh-CN" altLang="zh-CN" dirty="0"/>
              <a:t>个</a:t>
            </a:r>
            <a:r>
              <a:rPr lang="en-US" altLang="zh-CN" dirty="0"/>
              <a:t>message</a:t>
            </a:r>
            <a:r>
              <a:rPr lang="zh-CN" altLang="zh-CN" dirty="0"/>
              <a:t>），以及该消息的物理偏移地址为</a:t>
            </a:r>
            <a:r>
              <a:rPr lang="en-US" altLang="zh-CN" dirty="0" smtClean="0"/>
              <a:t>497</a:t>
            </a:r>
            <a:r>
              <a:rPr lang="zh-CN" altLang="en-US" dirty="0" smtClean="0"/>
              <a:t>。</a:t>
            </a:r>
            <a:endParaRPr lang="en-US" altLang="zh-CN" dirty="0" smtClean="0"/>
          </a:p>
          <a:p>
            <a:endParaRPr lang="zh-CN" altLang="en-US" dirty="0"/>
          </a:p>
        </p:txBody>
      </p:sp>
    </p:spTree>
    <p:extLst>
      <p:ext uri="{BB962C8B-B14F-4D97-AF65-F5344CB8AC3E}">
        <p14:creationId xmlns:p14="http://schemas.microsoft.com/office/powerpoint/2010/main" val="1179682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sp>
        <p:nvSpPr>
          <p:cNvPr id="11268" name="内容占位符 3"/>
          <p:cNvSpPr>
            <a:spLocks noGrp="1"/>
          </p:cNvSpPr>
          <p:nvPr>
            <p:ph idx="1"/>
          </p:nvPr>
        </p:nvSpPr>
        <p:spPr>
          <a:xfrm>
            <a:off x="827584" y="1844823"/>
            <a:ext cx="7819529" cy="4032449"/>
          </a:xfrm>
        </p:spPr>
        <p:txBody>
          <a:bodyPr/>
          <a:lstStyle/>
          <a:p>
            <a:pPr marL="0" indent="0" eaLnBrk="1" hangingPunct="1">
              <a:buFont typeface="Arial" pitchFamily="34" charset="0"/>
              <a:buNone/>
            </a:pPr>
            <a:r>
              <a:rPr lang="en-US" altLang="zh-CN" dirty="0" smtClean="0"/>
              <a:t>   </a:t>
            </a:r>
            <a:endParaRPr lang="zh-CN" altLang="en-US" dirty="0" smtClean="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存储结构</a:t>
            </a:r>
            <a:endParaRPr lang="zh-CN" altLang="en-US" dirty="0"/>
          </a:p>
        </p:txBody>
      </p:sp>
      <p:pic>
        <p:nvPicPr>
          <p:cNvPr id="9" name="图片 8" descr="http://misc.linkedkeeper.com/misc/img/blog/201707/linkedkeeper0_ea153317-4c86-4880-bbf5-f6e3cc674da8.jpg"/>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772816"/>
            <a:ext cx="2522667" cy="3960440"/>
          </a:xfrm>
          <a:prstGeom prst="rect">
            <a:avLst/>
          </a:prstGeom>
          <a:noFill/>
          <a:ln>
            <a:noFill/>
          </a:ln>
        </p:spPr>
      </p:pic>
      <p:graphicFrame>
        <p:nvGraphicFramePr>
          <p:cNvPr id="5" name="表格 4"/>
          <p:cNvGraphicFramePr>
            <a:graphicFrameLocks noGrp="1"/>
          </p:cNvGraphicFramePr>
          <p:nvPr>
            <p:extLst>
              <p:ext uri="{D42A27DB-BD31-4B8C-83A1-F6EECF244321}">
                <p14:modId xmlns:p14="http://schemas.microsoft.com/office/powerpoint/2010/main" val="2832271569"/>
              </p:ext>
            </p:extLst>
          </p:nvPr>
        </p:nvGraphicFramePr>
        <p:xfrm>
          <a:off x="3710291" y="1289749"/>
          <a:ext cx="5040560" cy="4363507"/>
        </p:xfrm>
        <a:graphic>
          <a:graphicData uri="http://schemas.openxmlformats.org/drawingml/2006/table">
            <a:tbl>
              <a:tblPr firstRow="1" bandRow="1">
                <a:tableStyleId>{5C22544A-7EE6-4342-B048-85BDC9FD1C3A}</a:tableStyleId>
              </a:tblPr>
              <a:tblGrid>
                <a:gridCol w="1499828"/>
                <a:gridCol w="3540732"/>
              </a:tblGrid>
              <a:tr h="423047">
                <a:tc>
                  <a:txBody>
                    <a:bodyPr/>
                    <a:lstStyle/>
                    <a:p>
                      <a:r>
                        <a:rPr lang="zh-CN" altLang="en-US" dirty="0" smtClean="0"/>
                        <a:t>关键字</a:t>
                      </a:r>
                      <a:endParaRPr lang="zh-CN" altLang="en-US" dirty="0"/>
                    </a:p>
                  </a:txBody>
                  <a:tcPr/>
                </a:tc>
                <a:tc>
                  <a:txBody>
                    <a:bodyPr/>
                    <a:lstStyle/>
                    <a:p>
                      <a:r>
                        <a:rPr lang="zh-CN" altLang="en-US" dirty="0" smtClean="0"/>
                        <a:t>说明</a:t>
                      </a:r>
                      <a:endParaRPr lang="zh-CN" altLang="en-US" dirty="0"/>
                    </a:p>
                  </a:txBody>
                  <a:tcPr/>
                </a:tc>
              </a:tr>
              <a:tr h="387043">
                <a:tc>
                  <a:txBody>
                    <a:bodyPr/>
                    <a:lstStyle/>
                    <a:p>
                      <a:r>
                        <a:rPr lang="en-US" altLang="zh-CN" b="1" dirty="0" smtClean="0">
                          <a:solidFill>
                            <a:srgbClr val="0070C0"/>
                          </a:solidFill>
                        </a:rPr>
                        <a:t>offset</a:t>
                      </a:r>
                      <a:endParaRPr lang="zh-CN" altLang="en-US" b="1" dirty="0">
                        <a:solidFill>
                          <a:srgbClr val="0070C0"/>
                        </a:solidFill>
                      </a:endParaRPr>
                    </a:p>
                  </a:txBody>
                  <a:tcPr/>
                </a:tc>
                <a:tc>
                  <a:txBody>
                    <a:bodyPr/>
                    <a:lstStyle/>
                    <a:p>
                      <a:r>
                        <a:rPr lang="zh-CN" altLang="en-US" b="1" dirty="0" smtClean="0">
                          <a:solidFill>
                            <a:srgbClr val="0070C0"/>
                          </a:solidFill>
                        </a:rPr>
                        <a:t>在</a:t>
                      </a:r>
                      <a:r>
                        <a:rPr lang="en-US" altLang="zh-CN" b="1" dirty="0" smtClean="0">
                          <a:solidFill>
                            <a:srgbClr val="0070C0"/>
                          </a:solidFill>
                        </a:rPr>
                        <a:t>partition</a:t>
                      </a:r>
                      <a:r>
                        <a:rPr lang="zh-CN" altLang="en-US" b="1" dirty="0" smtClean="0">
                          <a:solidFill>
                            <a:srgbClr val="0070C0"/>
                          </a:solidFill>
                        </a:rPr>
                        <a:t>的第多少个</a:t>
                      </a:r>
                      <a:r>
                        <a:rPr lang="en-US" altLang="zh-CN" b="1" dirty="0" smtClean="0">
                          <a:solidFill>
                            <a:srgbClr val="0070C0"/>
                          </a:solidFill>
                        </a:rPr>
                        <a:t>message</a:t>
                      </a:r>
                      <a:endParaRPr lang="zh-CN" altLang="en-US" b="1" dirty="0">
                        <a:solidFill>
                          <a:srgbClr val="0070C0"/>
                        </a:solidFill>
                      </a:endParaRPr>
                    </a:p>
                  </a:txBody>
                  <a:tcPr/>
                </a:tc>
              </a:tr>
              <a:tr h="393057">
                <a:tc>
                  <a:txBody>
                    <a:bodyPr/>
                    <a:lstStyle/>
                    <a:p>
                      <a:r>
                        <a:rPr lang="en-US" altLang="zh-CN" b="1" dirty="0" smtClean="0"/>
                        <a:t>size</a:t>
                      </a:r>
                      <a:endParaRPr lang="zh-CN" altLang="en-US" b="1" dirty="0"/>
                    </a:p>
                  </a:txBody>
                  <a:tcPr/>
                </a:tc>
                <a:tc>
                  <a:txBody>
                    <a:bodyPr/>
                    <a:lstStyle/>
                    <a:p>
                      <a:r>
                        <a:rPr lang="en-US" altLang="zh-CN" dirty="0" smtClean="0"/>
                        <a:t>Message</a:t>
                      </a:r>
                      <a:r>
                        <a:rPr lang="zh-CN" altLang="en-US" dirty="0" smtClean="0"/>
                        <a:t>大小</a:t>
                      </a:r>
                      <a:endParaRPr lang="zh-CN" altLang="en-US" dirty="0"/>
                    </a:p>
                  </a:txBody>
                  <a:tcPr/>
                </a:tc>
              </a:tr>
              <a:tr h="420060">
                <a:tc>
                  <a:txBody>
                    <a:bodyPr/>
                    <a:lstStyle/>
                    <a:p>
                      <a:r>
                        <a:rPr lang="en-US" altLang="zh-CN" dirty="0" smtClean="0"/>
                        <a:t>crc32</a:t>
                      </a:r>
                      <a:endParaRPr lang="zh-CN" altLang="en-US" dirty="0"/>
                    </a:p>
                  </a:txBody>
                  <a:tcPr/>
                </a:tc>
                <a:tc>
                  <a:txBody>
                    <a:bodyPr/>
                    <a:lstStyle/>
                    <a:p>
                      <a:r>
                        <a:rPr lang="zh-CN" altLang="en-US" dirty="0" smtClean="0">
                          <a:effectLst/>
                        </a:rPr>
                        <a:t>用</a:t>
                      </a:r>
                      <a:r>
                        <a:rPr lang="en-US" altLang="zh-CN" dirty="0" smtClean="0">
                          <a:effectLst/>
                        </a:rPr>
                        <a:t>crc32</a:t>
                      </a:r>
                      <a:r>
                        <a:rPr lang="zh-CN" altLang="en-US" dirty="0" smtClean="0">
                          <a:effectLst/>
                        </a:rPr>
                        <a:t>校验</a:t>
                      </a:r>
                      <a:r>
                        <a:rPr lang="en-US" altLang="zh-CN" dirty="0" smtClean="0">
                          <a:effectLst/>
                        </a:rPr>
                        <a:t>message</a:t>
                      </a:r>
                      <a:endParaRPr lang="en-US" dirty="0">
                        <a:effectLst/>
                      </a:endParaRPr>
                    </a:p>
                  </a:txBody>
                  <a:tcPr anchor="ctr"/>
                </a:tc>
              </a:tr>
              <a:tr h="375055">
                <a:tc>
                  <a:txBody>
                    <a:bodyPr/>
                    <a:lstStyle/>
                    <a:p>
                      <a:r>
                        <a:rPr lang="en-US" altLang="zh-CN" sz="1800" b="0" i="0" kern="1200" dirty="0" smtClean="0">
                          <a:solidFill>
                            <a:schemeClr val="dk1"/>
                          </a:solidFill>
                          <a:effectLst/>
                          <a:latin typeface="+mn-lt"/>
                          <a:ea typeface="+mn-ea"/>
                          <a:cs typeface="+mn-cs"/>
                        </a:rPr>
                        <a:t>magic</a:t>
                      </a:r>
                      <a:endParaRPr lang="zh-CN" altLang="en-US" dirty="0"/>
                    </a:p>
                  </a:txBody>
                  <a:tcPr/>
                </a:tc>
                <a:tc>
                  <a:txBody>
                    <a:bodyPr/>
                    <a:lstStyle/>
                    <a:p>
                      <a:r>
                        <a:rPr lang="en-US" altLang="zh-CN" sz="1800" b="0" i="0" kern="1200" dirty="0" smtClean="0">
                          <a:solidFill>
                            <a:schemeClr val="dk1"/>
                          </a:solidFill>
                          <a:effectLst/>
                          <a:latin typeface="+mn-lt"/>
                          <a:ea typeface="+mn-ea"/>
                          <a:cs typeface="+mn-cs"/>
                        </a:rPr>
                        <a:t>Kafka</a:t>
                      </a:r>
                      <a:r>
                        <a:rPr lang="zh-CN" altLang="en-US" sz="1800" b="0" i="0" kern="1200" dirty="0" smtClean="0">
                          <a:solidFill>
                            <a:schemeClr val="dk1"/>
                          </a:solidFill>
                          <a:effectLst/>
                          <a:latin typeface="+mn-lt"/>
                          <a:ea typeface="+mn-ea"/>
                          <a:cs typeface="+mn-cs"/>
                        </a:rPr>
                        <a:t>服务程序协议版本号</a:t>
                      </a:r>
                      <a:endParaRPr lang="zh-CN" altLang="en-US" dirty="0"/>
                    </a:p>
                  </a:txBody>
                  <a:tcPr/>
                </a:tc>
              </a:tr>
              <a:tr h="645045">
                <a:tc>
                  <a:txBody>
                    <a:bodyPr/>
                    <a:lstStyle/>
                    <a:p>
                      <a:r>
                        <a:rPr lang="en-US" altLang="zh-CN" sz="1800" b="0" i="0" kern="1200" dirty="0" smtClean="0">
                          <a:solidFill>
                            <a:schemeClr val="dk1"/>
                          </a:solidFill>
                          <a:effectLst/>
                          <a:latin typeface="+mn-lt"/>
                          <a:ea typeface="+mn-ea"/>
                          <a:cs typeface="+mn-cs"/>
                        </a:rPr>
                        <a:t>attributes</a:t>
                      </a:r>
                      <a:endParaRPr lang="zh-CN" altLang="en-US" dirty="0"/>
                    </a:p>
                  </a:txBody>
                  <a:tcPr/>
                </a:tc>
                <a:tc>
                  <a:txBody>
                    <a:bodyPr/>
                    <a:lstStyle/>
                    <a:p>
                      <a:r>
                        <a:rPr lang="zh-CN" altLang="en-US" sz="1800" b="0" i="0" kern="1200" dirty="0" smtClean="0">
                          <a:solidFill>
                            <a:schemeClr val="dk1"/>
                          </a:solidFill>
                          <a:effectLst/>
                          <a:latin typeface="+mn-lt"/>
                          <a:ea typeface="+mn-ea"/>
                          <a:cs typeface="+mn-cs"/>
                        </a:rPr>
                        <a:t>独立版本、或标识压缩类型、或编码类型</a:t>
                      </a:r>
                      <a:endParaRPr lang="zh-CN" altLang="en-US" dirty="0"/>
                    </a:p>
                  </a:txBody>
                  <a:tcPr/>
                </a:tc>
              </a:tr>
              <a:tr h="549061">
                <a:tc>
                  <a:txBody>
                    <a:bodyPr/>
                    <a:lstStyle/>
                    <a:p>
                      <a:r>
                        <a:rPr lang="en-US" altLang="zh-CN" sz="1800" b="0" i="0" kern="1200" dirty="0" smtClean="0">
                          <a:solidFill>
                            <a:schemeClr val="dk1"/>
                          </a:solidFill>
                          <a:effectLst/>
                          <a:latin typeface="+mn-lt"/>
                          <a:ea typeface="+mn-ea"/>
                          <a:cs typeface="+mn-cs"/>
                        </a:rPr>
                        <a:t>key length</a:t>
                      </a:r>
                      <a:endParaRPr lang="zh-CN" altLang="en-US" dirty="0"/>
                    </a:p>
                  </a:txBody>
                  <a:tcPr/>
                </a:tc>
                <a:tc>
                  <a:txBody>
                    <a:bodyPr/>
                    <a:lstStyle/>
                    <a:p>
                      <a:r>
                        <a:rPr lang="zh-CN" altLang="en-US" sz="1800" b="0" i="0" kern="1200" dirty="0" smtClean="0">
                          <a:solidFill>
                            <a:schemeClr val="dk1"/>
                          </a:solidFill>
                          <a:effectLst/>
                          <a:latin typeface="+mn-lt"/>
                          <a:ea typeface="+mn-ea"/>
                          <a:cs typeface="+mn-cs"/>
                        </a:rPr>
                        <a:t>表示</a:t>
                      </a:r>
                      <a:r>
                        <a:rPr lang="en-US" altLang="zh-CN" sz="1800" b="0" i="0" kern="1200" dirty="0" smtClean="0">
                          <a:solidFill>
                            <a:schemeClr val="dk1"/>
                          </a:solidFill>
                          <a:effectLst/>
                          <a:latin typeface="+mn-lt"/>
                          <a:ea typeface="+mn-ea"/>
                          <a:cs typeface="+mn-cs"/>
                        </a:rPr>
                        <a:t>key</a:t>
                      </a:r>
                      <a:r>
                        <a:rPr lang="zh-CN" altLang="en-US" sz="1800" b="0" i="0" kern="1200" dirty="0" smtClean="0">
                          <a:solidFill>
                            <a:schemeClr val="dk1"/>
                          </a:solidFill>
                          <a:effectLst/>
                          <a:latin typeface="+mn-lt"/>
                          <a:ea typeface="+mn-ea"/>
                          <a:cs typeface="+mn-cs"/>
                        </a:rPr>
                        <a:t>的长度</a:t>
                      </a:r>
                      <a:r>
                        <a:rPr lang="en-US" altLang="zh-CN" sz="1800" b="0" i="0" kern="1200" dirty="0" smtClean="0">
                          <a:solidFill>
                            <a:schemeClr val="dk1"/>
                          </a:solidFill>
                          <a:effectLst/>
                          <a:latin typeface="+mn-lt"/>
                          <a:ea typeface="+mn-ea"/>
                          <a:cs typeface="+mn-cs"/>
                        </a:rPr>
                        <a:t>,</a:t>
                      </a:r>
                      <a:r>
                        <a:rPr lang="zh-CN" altLang="en-US" sz="1800" b="0" i="0" kern="1200" dirty="0" smtClean="0">
                          <a:solidFill>
                            <a:schemeClr val="dk1"/>
                          </a:solidFill>
                          <a:effectLst/>
                          <a:latin typeface="+mn-lt"/>
                          <a:ea typeface="+mn-ea"/>
                          <a:cs typeface="+mn-cs"/>
                        </a:rPr>
                        <a:t>当</a:t>
                      </a:r>
                      <a:r>
                        <a:rPr lang="en-US" altLang="zh-CN" sz="1800" b="0" i="0" kern="1200" dirty="0" smtClean="0">
                          <a:solidFill>
                            <a:schemeClr val="dk1"/>
                          </a:solidFill>
                          <a:effectLst/>
                          <a:latin typeface="+mn-lt"/>
                          <a:ea typeface="+mn-ea"/>
                          <a:cs typeface="+mn-cs"/>
                        </a:rPr>
                        <a:t>key</a:t>
                      </a:r>
                      <a:r>
                        <a:rPr lang="zh-CN" altLang="en-US" sz="1800" b="0" i="0" kern="1200" dirty="0" smtClean="0">
                          <a:solidFill>
                            <a:schemeClr val="dk1"/>
                          </a:solidFill>
                          <a:effectLst/>
                          <a:latin typeface="+mn-lt"/>
                          <a:ea typeface="+mn-ea"/>
                          <a:cs typeface="+mn-cs"/>
                        </a:rPr>
                        <a:t>为</a:t>
                      </a:r>
                      <a:r>
                        <a:rPr lang="en-US" altLang="zh-CN" sz="1800" b="0" i="0" kern="1200" dirty="0" smtClean="0">
                          <a:solidFill>
                            <a:schemeClr val="dk1"/>
                          </a:solidFill>
                          <a:effectLst/>
                          <a:latin typeface="+mn-lt"/>
                          <a:ea typeface="+mn-ea"/>
                          <a:cs typeface="+mn-cs"/>
                        </a:rPr>
                        <a:t>-1</a:t>
                      </a:r>
                      <a:r>
                        <a:rPr lang="zh-CN" altLang="en-US" sz="1800" b="0" i="0" kern="1200" dirty="0" smtClean="0">
                          <a:solidFill>
                            <a:schemeClr val="dk1"/>
                          </a:solidFill>
                          <a:effectLst/>
                          <a:latin typeface="+mn-lt"/>
                          <a:ea typeface="+mn-ea"/>
                          <a:cs typeface="+mn-cs"/>
                        </a:rPr>
                        <a:t>时，</a:t>
                      </a:r>
                      <a:r>
                        <a:rPr lang="en-US" altLang="zh-CN" sz="1800" b="0" i="0" kern="1200" dirty="0" smtClean="0">
                          <a:solidFill>
                            <a:schemeClr val="dk1"/>
                          </a:solidFill>
                          <a:effectLst/>
                          <a:latin typeface="+mn-lt"/>
                          <a:ea typeface="+mn-ea"/>
                          <a:cs typeface="+mn-cs"/>
                        </a:rPr>
                        <a:t>K byte key</a:t>
                      </a:r>
                      <a:r>
                        <a:rPr lang="zh-CN" altLang="en-US" sz="1800" b="0" i="0" kern="1200" dirty="0" smtClean="0">
                          <a:solidFill>
                            <a:schemeClr val="dk1"/>
                          </a:solidFill>
                          <a:effectLst/>
                          <a:latin typeface="+mn-lt"/>
                          <a:ea typeface="+mn-ea"/>
                          <a:cs typeface="+mn-cs"/>
                        </a:rPr>
                        <a:t>字段不填</a:t>
                      </a:r>
                      <a:endParaRPr lang="zh-CN" altLang="en-US" dirty="0"/>
                    </a:p>
                  </a:txBody>
                  <a:tcPr/>
                </a:tc>
              </a:tr>
              <a:tr h="440040">
                <a:tc>
                  <a:txBody>
                    <a:bodyPr/>
                    <a:lstStyle/>
                    <a:p>
                      <a:r>
                        <a:rPr lang="en-US" altLang="zh-CN" sz="1800" b="0" i="0" kern="1200" dirty="0" smtClean="0">
                          <a:solidFill>
                            <a:schemeClr val="dk1"/>
                          </a:solidFill>
                          <a:effectLst/>
                          <a:latin typeface="+mn-lt"/>
                          <a:ea typeface="+mn-ea"/>
                          <a:cs typeface="+mn-cs"/>
                        </a:rPr>
                        <a:t> key</a:t>
                      </a:r>
                      <a:endParaRPr lang="zh-CN" altLang="en-US" dirty="0"/>
                    </a:p>
                  </a:txBody>
                  <a:tcPr/>
                </a:tc>
                <a:tc>
                  <a:txBody>
                    <a:bodyPr/>
                    <a:lstStyle/>
                    <a:p>
                      <a:r>
                        <a:rPr lang="en-US" altLang="zh-CN" sz="1800" b="0" i="0" kern="1200" dirty="0" smtClean="0">
                          <a:solidFill>
                            <a:schemeClr val="dk1"/>
                          </a:solidFill>
                          <a:effectLst/>
                          <a:latin typeface="+mn-lt"/>
                          <a:ea typeface="+mn-ea"/>
                          <a:cs typeface="+mn-cs"/>
                        </a:rPr>
                        <a:t>Key</a:t>
                      </a:r>
                      <a:r>
                        <a:rPr lang="zh-CN" altLang="en-US" sz="1800" b="0" i="0" kern="1200" dirty="0" smtClean="0">
                          <a:solidFill>
                            <a:schemeClr val="dk1"/>
                          </a:solidFill>
                          <a:effectLst/>
                          <a:latin typeface="+mn-lt"/>
                          <a:ea typeface="+mn-ea"/>
                          <a:cs typeface="+mn-cs"/>
                        </a:rPr>
                        <a:t>值，可选</a:t>
                      </a:r>
                      <a:endParaRPr lang="zh-CN" altLang="en-US" dirty="0"/>
                    </a:p>
                  </a:txBody>
                  <a:tcPr/>
                </a:tc>
              </a:tr>
              <a:tr h="549061">
                <a:tc>
                  <a:txBody>
                    <a:bodyPr/>
                    <a:lstStyle/>
                    <a:p>
                      <a:r>
                        <a:rPr lang="en-US" altLang="zh-CN" b="1" dirty="0" smtClean="0">
                          <a:solidFill>
                            <a:srgbClr val="0070C0"/>
                          </a:solidFill>
                        </a:rPr>
                        <a:t>Value</a:t>
                      </a:r>
                      <a:r>
                        <a:rPr lang="en-US" altLang="zh-CN" b="1" baseline="0" dirty="0" smtClean="0">
                          <a:solidFill>
                            <a:srgbClr val="0070C0"/>
                          </a:solidFill>
                        </a:rPr>
                        <a:t> bytes payload</a:t>
                      </a:r>
                      <a:endParaRPr lang="zh-CN" altLang="en-US" b="1" dirty="0">
                        <a:solidFill>
                          <a:srgbClr val="0070C0"/>
                        </a:solidFill>
                      </a:endParaRPr>
                    </a:p>
                  </a:txBody>
                  <a:tcPr/>
                </a:tc>
                <a:tc>
                  <a:txBody>
                    <a:bodyPr/>
                    <a:lstStyle/>
                    <a:p>
                      <a:r>
                        <a:rPr lang="zh-CN" altLang="en-US" sz="1800" b="1" i="0" kern="1200" dirty="0" smtClean="0">
                          <a:solidFill>
                            <a:srgbClr val="0070C0"/>
                          </a:solidFill>
                          <a:effectLst/>
                          <a:latin typeface="+mn-lt"/>
                          <a:ea typeface="+mn-ea"/>
                          <a:cs typeface="+mn-cs"/>
                        </a:rPr>
                        <a:t>表示实际消息数据</a:t>
                      </a:r>
                      <a:endParaRPr lang="zh-CN" altLang="en-US" b="1" dirty="0">
                        <a:solidFill>
                          <a:srgbClr val="0070C0"/>
                        </a:solidFill>
                      </a:endParaRPr>
                    </a:p>
                  </a:txBody>
                  <a:tcPr/>
                </a:tc>
              </a:tr>
            </a:tbl>
          </a:graphicData>
        </a:graphic>
      </p:graphicFrame>
    </p:spTree>
    <p:extLst>
      <p:ext uri="{BB962C8B-B14F-4D97-AF65-F5344CB8AC3E}">
        <p14:creationId xmlns:p14="http://schemas.microsoft.com/office/powerpoint/2010/main" val="6242819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消息分区</a:t>
            </a:r>
            <a:endParaRPr lang="zh-CN" altLang="en-US" dirty="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8150" y="1651161"/>
            <a:ext cx="6270884" cy="1971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p:nvPr/>
        </p:nvSpPr>
        <p:spPr>
          <a:xfrm>
            <a:off x="1115616" y="3501008"/>
            <a:ext cx="6984776" cy="23762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     topic</a:t>
            </a:r>
            <a:r>
              <a:rPr lang="zh-CN" altLang="en-US" dirty="0"/>
              <a:t>是逻辑上的</a:t>
            </a:r>
            <a:r>
              <a:rPr lang="zh-CN" altLang="en-US" dirty="0" smtClean="0"/>
              <a:t>概念生产者只将</a:t>
            </a:r>
            <a:r>
              <a:rPr lang="zh-CN" altLang="en-US" dirty="0"/>
              <a:t>消息发布</a:t>
            </a:r>
            <a:r>
              <a:rPr lang="zh-CN" altLang="en-US" dirty="0" smtClean="0"/>
              <a:t>到指定的</a:t>
            </a:r>
            <a:r>
              <a:rPr lang="en-US" altLang="zh-CN" dirty="0" smtClean="0"/>
              <a:t>topic</a:t>
            </a:r>
            <a:r>
              <a:rPr lang="zh-CN" altLang="en-US" dirty="0"/>
              <a:t>，而</a:t>
            </a:r>
            <a:r>
              <a:rPr lang="zh-CN" altLang="en-US" dirty="0" smtClean="0"/>
              <a:t>消费者只</a:t>
            </a:r>
            <a:r>
              <a:rPr lang="zh-CN" altLang="en-US" dirty="0"/>
              <a:t>订阅</a:t>
            </a:r>
            <a:r>
              <a:rPr lang="zh-CN" altLang="en-US" dirty="0" smtClean="0"/>
              <a:t>指定</a:t>
            </a:r>
            <a:r>
              <a:rPr lang="en-US" altLang="zh-CN" dirty="0" smtClean="0"/>
              <a:t>topic</a:t>
            </a:r>
            <a:r>
              <a:rPr lang="zh-CN" altLang="en-US" dirty="0"/>
              <a:t>上</a:t>
            </a:r>
            <a:r>
              <a:rPr lang="zh-CN" altLang="en-US" dirty="0" smtClean="0"/>
              <a:t>的</a:t>
            </a:r>
            <a:r>
              <a:rPr lang="zh-CN" altLang="en-US" dirty="0"/>
              <a:t>消息</a:t>
            </a:r>
            <a:r>
              <a:rPr lang="zh-CN" altLang="en-US" dirty="0" smtClean="0"/>
              <a:t>。</a:t>
            </a:r>
            <a:endParaRPr lang="en-US" altLang="zh-CN" dirty="0"/>
          </a:p>
          <a:p>
            <a:r>
              <a:rPr lang="en-US" altLang="zh-CN" dirty="0" smtClean="0"/>
              <a:t>     partition</a:t>
            </a:r>
            <a:r>
              <a:rPr lang="zh-CN" altLang="en-US" dirty="0" smtClean="0"/>
              <a:t>（</a:t>
            </a:r>
            <a:r>
              <a:rPr lang="en-US" altLang="zh-CN" dirty="0" smtClean="0"/>
              <a:t>topicName-0</a:t>
            </a:r>
            <a:r>
              <a:rPr lang="zh-CN" altLang="en-US" dirty="0" smtClean="0"/>
              <a:t>）是</a:t>
            </a:r>
            <a:r>
              <a:rPr lang="zh-CN" altLang="en-US" dirty="0"/>
              <a:t>物理上</a:t>
            </a:r>
            <a:r>
              <a:rPr lang="zh-CN" altLang="en-US" dirty="0" smtClean="0"/>
              <a:t>的，</a:t>
            </a:r>
            <a:r>
              <a:rPr lang="en-US" altLang="zh-CN" dirty="0" smtClean="0"/>
              <a:t>kafka</a:t>
            </a:r>
            <a:r>
              <a:rPr lang="zh-CN" altLang="en-US" dirty="0" smtClean="0"/>
              <a:t>通过一套分区算法来确定消息的分区位置：</a:t>
            </a:r>
            <a:r>
              <a:rPr lang="zh-CN" altLang="en-US" dirty="0"/>
              <a:t>先获取</a:t>
            </a:r>
            <a:r>
              <a:rPr lang="en-US" altLang="zh-CN" dirty="0"/>
              <a:t>key</a:t>
            </a:r>
            <a:r>
              <a:rPr lang="zh-CN" altLang="en-US" dirty="0"/>
              <a:t>的</a:t>
            </a:r>
            <a:r>
              <a:rPr lang="en-US" altLang="zh-CN" dirty="0" err="1"/>
              <a:t>hashcode</a:t>
            </a:r>
            <a:r>
              <a:rPr lang="zh-CN" altLang="en-US" dirty="0"/>
              <a:t>值，</a:t>
            </a:r>
            <a:r>
              <a:rPr lang="zh-CN" altLang="en-US" dirty="0" smtClean="0"/>
              <a:t>再</a:t>
            </a:r>
            <a:r>
              <a:rPr lang="zh-CN" altLang="en-US" dirty="0"/>
              <a:t>与</a:t>
            </a:r>
            <a:r>
              <a:rPr lang="zh-CN" altLang="en-US" dirty="0" smtClean="0"/>
              <a:t>分区</a:t>
            </a:r>
            <a:r>
              <a:rPr lang="zh-CN" altLang="en-US" dirty="0"/>
              <a:t>数量（配置文件中为</a:t>
            </a:r>
            <a:r>
              <a:rPr lang="en-US" altLang="zh-CN" dirty="0" err="1"/>
              <a:t>numPartitions</a:t>
            </a:r>
            <a:r>
              <a:rPr lang="zh-CN" altLang="en-US" dirty="0"/>
              <a:t>）做模运算，结果值作为分区</a:t>
            </a:r>
            <a:r>
              <a:rPr lang="zh-CN" altLang="en-US" dirty="0" smtClean="0"/>
              <a:t>存储位置</a:t>
            </a:r>
            <a:r>
              <a:rPr lang="zh-CN" altLang="en-US" dirty="0"/>
              <a:t>。</a:t>
            </a:r>
            <a:endParaRPr lang="zh-CN" altLang="en-US" dirty="0">
              <a:effectLst/>
            </a:endParaRPr>
          </a:p>
        </p:txBody>
      </p:sp>
    </p:spTree>
    <p:extLst>
      <p:ext uri="{BB962C8B-B14F-4D97-AF65-F5344CB8AC3E}">
        <p14:creationId xmlns:p14="http://schemas.microsoft.com/office/powerpoint/2010/main" val="35661996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副本策略</a:t>
            </a:r>
            <a:endParaRPr lang="zh-CN" altLang="en-US" dirty="0"/>
          </a:p>
        </p:txBody>
      </p:sp>
      <p:sp>
        <p:nvSpPr>
          <p:cNvPr id="2" name="矩形 1"/>
          <p:cNvSpPr/>
          <p:nvPr/>
        </p:nvSpPr>
        <p:spPr>
          <a:xfrm>
            <a:off x="1614098" y="4077072"/>
            <a:ext cx="6048672"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smtClean="0"/>
              <a:t>   Kafka</a:t>
            </a:r>
            <a:r>
              <a:rPr lang="zh-CN" altLang="en-US" dirty="0"/>
              <a:t>每个</a:t>
            </a:r>
            <a:r>
              <a:rPr lang="en-US" altLang="zh-CN" dirty="0"/>
              <a:t>topic</a:t>
            </a:r>
            <a:r>
              <a:rPr lang="zh-CN" altLang="en-US" dirty="0"/>
              <a:t>的</a:t>
            </a:r>
            <a:r>
              <a:rPr lang="en-US" altLang="zh-CN" dirty="0"/>
              <a:t>partition</a:t>
            </a:r>
            <a:r>
              <a:rPr lang="zh-CN" altLang="en-US" dirty="0"/>
              <a:t>有</a:t>
            </a:r>
            <a:r>
              <a:rPr lang="en-US" altLang="zh-CN" dirty="0"/>
              <a:t>N</a:t>
            </a:r>
            <a:r>
              <a:rPr lang="zh-CN" altLang="en-US" dirty="0"/>
              <a:t>个副本（</a:t>
            </a:r>
            <a:r>
              <a:rPr lang="en-US" altLang="zh-CN" dirty="0"/>
              <a:t>replicas</a:t>
            </a:r>
            <a:r>
              <a:rPr lang="zh-CN" altLang="en-US" dirty="0"/>
              <a:t>），其中</a:t>
            </a:r>
            <a:r>
              <a:rPr lang="en-US" altLang="zh-CN" dirty="0"/>
              <a:t>N(</a:t>
            </a:r>
            <a:r>
              <a:rPr lang="zh-CN" altLang="en-US" dirty="0"/>
              <a:t>大于等于</a:t>
            </a:r>
            <a:r>
              <a:rPr lang="en-US" altLang="zh-CN" dirty="0"/>
              <a:t>1)</a:t>
            </a:r>
            <a:r>
              <a:rPr lang="zh-CN" altLang="en-US" dirty="0"/>
              <a:t>是</a:t>
            </a:r>
            <a:r>
              <a:rPr lang="en-US" altLang="zh-CN" dirty="0"/>
              <a:t>topic</a:t>
            </a:r>
            <a:r>
              <a:rPr lang="zh-CN" altLang="en-US" dirty="0"/>
              <a:t>的复制因子（</a:t>
            </a:r>
            <a:r>
              <a:rPr lang="en-US" altLang="zh-CN" dirty="0"/>
              <a:t>replica </a:t>
            </a:r>
            <a:r>
              <a:rPr lang="en-US" altLang="zh-CN" dirty="0" smtClean="0"/>
              <a:t>factor</a:t>
            </a:r>
            <a:r>
              <a:rPr lang="zh-CN" altLang="en-US" dirty="0"/>
              <a:t>）的个数</a:t>
            </a:r>
            <a:r>
              <a:rPr lang="zh-CN" altLang="en-US" dirty="0" smtClean="0"/>
              <a:t>。</a:t>
            </a:r>
            <a:endParaRPr lang="en-US" altLang="zh-CN" dirty="0" smtClean="0"/>
          </a:p>
          <a:p>
            <a:r>
              <a:rPr lang="en-US" altLang="zh-CN" dirty="0" smtClean="0"/>
              <a:t>   N</a:t>
            </a:r>
            <a:r>
              <a:rPr lang="zh-CN" altLang="en-US" dirty="0"/>
              <a:t>个</a:t>
            </a:r>
            <a:r>
              <a:rPr lang="en-US" altLang="zh-CN" dirty="0"/>
              <a:t>replicas</a:t>
            </a:r>
            <a:r>
              <a:rPr lang="zh-CN" altLang="en-US" dirty="0"/>
              <a:t>中，其中一个</a:t>
            </a:r>
            <a:r>
              <a:rPr lang="en-US" altLang="zh-CN" dirty="0"/>
              <a:t>replica</a:t>
            </a:r>
            <a:r>
              <a:rPr lang="zh-CN" altLang="en-US" dirty="0"/>
              <a:t>为</a:t>
            </a:r>
            <a:r>
              <a:rPr lang="en-US" altLang="zh-CN" dirty="0"/>
              <a:t>leader</a:t>
            </a:r>
            <a:r>
              <a:rPr lang="zh-CN" altLang="en-US" dirty="0"/>
              <a:t>，其他都为</a:t>
            </a:r>
            <a:r>
              <a:rPr lang="en-US" altLang="zh-CN" dirty="0"/>
              <a:t>follower, leader</a:t>
            </a:r>
            <a:r>
              <a:rPr lang="zh-CN" altLang="en-US" dirty="0"/>
              <a:t>处理</a:t>
            </a:r>
            <a:r>
              <a:rPr lang="en-US" altLang="zh-CN" dirty="0"/>
              <a:t>partition</a:t>
            </a:r>
            <a:r>
              <a:rPr lang="zh-CN" altLang="en-US" dirty="0"/>
              <a:t>的所有读写请求，与此同时，</a:t>
            </a:r>
            <a:r>
              <a:rPr lang="en-US" altLang="zh-CN" dirty="0"/>
              <a:t>follower</a:t>
            </a:r>
            <a:r>
              <a:rPr lang="zh-CN" altLang="en-US" dirty="0"/>
              <a:t>会被动定期地去复制</a:t>
            </a:r>
            <a:r>
              <a:rPr lang="en-US" altLang="zh-CN" dirty="0"/>
              <a:t>leader</a:t>
            </a:r>
            <a:r>
              <a:rPr lang="zh-CN" altLang="en-US" dirty="0"/>
              <a:t>上的数据</a:t>
            </a:r>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7465" y="1345480"/>
            <a:ext cx="5341937" cy="2582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8540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副本策略</a:t>
            </a:r>
            <a:endParaRPr lang="zh-CN" altLang="en-US" dirty="0"/>
          </a:p>
        </p:txBody>
      </p:sp>
      <p:sp>
        <p:nvSpPr>
          <p:cNvPr id="6" name="圆角矩形 5"/>
          <p:cNvSpPr/>
          <p:nvPr/>
        </p:nvSpPr>
        <p:spPr>
          <a:xfrm>
            <a:off x="909928" y="3280271"/>
            <a:ext cx="432048" cy="12961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同步机制</a:t>
            </a:r>
            <a:endParaRPr lang="zh-CN" altLang="en-US" dirty="0"/>
          </a:p>
        </p:txBody>
      </p:sp>
      <p:cxnSp>
        <p:nvCxnSpPr>
          <p:cNvPr id="18" name="肘形连接符 17"/>
          <p:cNvCxnSpPr>
            <a:endCxn id="6" idx="0"/>
          </p:cNvCxnSpPr>
          <p:nvPr/>
        </p:nvCxnSpPr>
        <p:spPr>
          <a:xfrm rot="16200000" flipH="1">
            <a:off x="691093" y="2845411"/>
            <a:ext cx="499343" cy="370376"/>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412776"/>
            <a:ext cx="7411545" cy="4934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02047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设计原理</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副本策略</a:t>
            </a:r>
            <a:endParaRPr lang="zh-CN" altLang="en-US" dirty="0"/>
          </a:p>
        </p:txBody>
      </p:sp>
      <p:sp>
        <p:nvSpPr>
          <p:cNvPr id="6" name="圆角矩形 5"/>
          <p:cNvSpPr/>
          <p:nvPr/>
        </p:nvSpPr>
        <p:spPr>
          <a:xfrm>
            <a:off x="971600" y="1899591"/>
            <a:ext cx="1408056" cy="3647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Leader</a:t>
            </a:r>
            <a:r>
              <a:rPr lang="zh-CN" altLang="en-US" dirty="0" smtClean="0"/>
              <a:t>选举</a:t>
            </a:r>
            <a:endParaRPr lang="zh-CN" altLang="en-US" dirty="0"/>
          </a:p>
        </p:txBody>
      </p:sp>
      <p:cxnSp>
        <p:nvCxnSpPr>
          <p:cNvPr id="8" name="肘形连接符 7"/>
          <p:cNvCxnSpPr>
            <a:endCxn id="6" idx="1"/>
          </p:cNvCxnSpPr>
          <p:nvPr/>
        </p:nvCxnSpPr>
        <p:spPr>
          <a:xfrm rot="5400000" flipH="1" flipV="1">
            <a:off x="514108" y="2179420"/>
            <a:ext cx="554944" cy="36004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259632" y="2636912"/>
            <a:ext cx="7056784" cy="1368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Kafka</a:t>
            </a:r>
            <a:r>
              <a:rPr lang="zh-CN" altLang="en-US" dirty="0"/>
              <a:t>在</a:t>
            </a:r>
            <a:r>
              <a:rPr lang="en-US" altLang="zh-CN" dirty="0"/>
              <a:t>Zookeeper</a:t>
            </a:r>
            <a:r>
              <a:rPr lang="zh-CN" altLang="en-US" dirty="0"/>
              <a:t>中动态维护了一个</a:t>
            </a:r>
            <a:r>
              <a:rPr lang="en-US" altLang="zh-CN" dirty="0"/>
              <a:t>ISR</a:t>
            </a:r>
            <a:r>
              <a:rPr lang="zh-CN" altLang="en-US" dirty="0"/>
              <a:t>（</a:t>
            </a:r>
            <a:r>
              <a:rPr lang="en-US" altLang="zh-CN" dirty="0"/>
              <a:t>in-sync replicas</a:t>
            </a:r>
            <a:r>
              <a:rPr lang="zh-CN" altLang="en-US" dirty="0"/>
              <a:t>），这个</a:t>
            </a:r>
            <a:r>
              <a:rPr lang="en-US" altLang="zh-CN" dirty="0"/>
              <a:t>ISR</a:t>
            </a:r>
            <a:r>
              <a:rPr lang="zh-CN" altLang="en-US" dirty="0"/>
              <a:t>里的所有</a:t>
            </a:r>
            <a:r>
              <a:rPr lang="en-US" altLang="zh-CN" dirty="0"/>
              <a:t>Replica</a:t>
            </a:r>
            <a:r>
              <a:rPr lang="zh-CN" altLang="en-US" dirty="0"/>
              <a:t>都跟上了</a:t>
            </a:r>
            <a:r>
              <a:rPr lang="en-US" altLang="zh-CN" dirty="0"/>
              <a:t>leader</a:t>
            </a:r>
            <a:r>
              <a:rPr lang="zh-CN" altLang="en-US" dirty="0"/>
              <a:t>，只有</a:t>
            </a:r>
            <a:r>
              <a:rPr lang="en-US" altLang="zh-CN" dirty="0"/>
              <a:t>ISR</a:t>
            </a:r>
            <a:r>
              <a:rPr lang="zh-CN" altLang="en-US" dirty="0"/>
              <a:t>里的成员才有被选为</a:t>
            </a:r>
            <a:r>
              <a:rPr lang="en-US" altLang="zh-CN" dirty="0"/>
              <a:t>Leader</a:t>
            </a:r>
            <a:r>
              <a:rPr lang="zh-CN" altLang="en-US" dirty="0"/>
              <a:t>的可能。</a:t>
            </a:r>
            <a:r>
              <a:rPr lang="zh-CN" altLang="en-US" dirty="0" smtClean="0"/>
              <a:t>在</a:t>
            </a:r>
            <a:r>
              <a:rPr lang="en-US" altLang="zh-CN" dirty="0" err="1" smtClean="0"/>
              <a:t>ack</a:t>
            </a:r>
            <a:r>
              <a:rPr lang="en-US" altLang="zh-CN" dirty="0" smtClean="0"/>
              <a:t>=-1</a:t>
            </a:r>
            <a:r>
              <a:rPr lang="zh-CN" altLang="en-US" dirty="0" smtClean="0"/>
              <a:t>这种</a:t>
            </a:r>
            <a:r>
              <a:rPr lang="zh-CN" altLang="en-US" dirty="0"/>
              <a:t>模式下，对于</a:t>
            </a:r>
            <a:r>
              <a:rPr lang="en-US" altLang="zh-CN" dirty="0"/>
              <a:t>f+1</a:t>
            </a:r>
            <a:r>
              <a:rPr lang="zh-CN" altLang="en-US" dirty="0"/>
              <a:t>个</a:t>
            </a:r>
            <a:r>
              <a:rPr lang="en-US" altLang="zh-CN" dirty="0"/>
              <a:t>Replica</a:t>
            </a:r>
            <a:r>
              <a:rPr lang="zh-CN" altLang="en-US" dirty="0"/>
              <a:t>，一个</a:t>
            </a:r>
            <a:r>
              <a:rPr lang="en-US" altLang="zh-CN" dirty="0"/>
              <a:t>Partition</a:t>
            </a:r>
            <a:r>
              <a:rPr lang="zh-CN" altLang="en-US" dirty="0"/>
              <a:t>能在保证不丢失已经</a:t>
            </a:r>
            <a:r>
              <a:rPr lang="en-US" altLang="zh-CN" dirty="0"/>
              <a:t>commit</a:t>
            </a:r>
            <a:r>
              <a:rPr lang="zh-CN" altLang="en-US" dirty="0"/>
              <a:t>的消息的前提下容忍</a:t>
            </a:r>
            <a:r>
              <a:rPr lang="en-US" altLang="zh-CN" dirty="0" smtClean="0"/>
              <a:t>f</a:t>
            </a:r>
            <a:r>
              <a:rPr lang="zh-CN" altLang="en-US" dirty="0" smtClean="0"/>
              <a:t>个</a:t>
            </a:r>
            <a:r>
              <a:rPr lang="en-US" altLang="zh-CN" dirty="0" smtClean="0"/>
              <a:t>Replica</a:t>
            </a:r>
            <a:r>
              <a:rPr lang="zh-CN" altLang="en-US" dirty="0"/>
              <a:t>的失败。</a:t>
            </a:r>
          </a:p>
        </p:txBody>
      </p:sp>
      <p:sp>
        <p:nvSpPr>
          <p:cNvPr id="5" name="矩形 4"/>
          <p:cNvSpPr/>
          <p:nvPr/>
        </p:nvSpPr>
        <p:spPr>
          <a:xfrm>
            <a:off x="1259632" y="4653136"/>
            <a:ext cx="7056784"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在所有</a:t>
            </a:r>
            <a:r>
              <a:rPr lang="en-US" altLang="zh-CN" dirty="0"/>
              <a:t>broker</a:t>
            </a:r>
            <a:r>
              <a:rPr lang="zh-CN" altLang="en-US" dirty="0" smtClean="0"/>
              <a:t>中第一个注册成功的成为</a:t>
            </a:r>
            <a:r>
              <a:rPr lang="en-US" altLang="zh-CN" dirty="0" smtClean="0"/>
              <a:t>controller</a:t>
            </a:r>
            <a:r>
              <a:rPr lang="zh-CN" altLang="en-US" dirty="0"/>
              <a:t>，所有</a:t>
            </a:r>
            <a:r>
              <a:rPr lang="en-US" altLang="zh-CN" dirty="0"/>
              <a:t>Partition</a:t>
            </a:r>
            <a:r>
              <a:rPr lang="zh-CN" altLang="en-US" dirty="0"/>
              <a:t>的</a:t>
            </a:r>
            <a:r>
              <a:rPr lang="en-US" altLang="zh-CN" dirty="0"/>
              <a:t>Leader</a:t>
            </a:r>
            <a:r>
              <a:rPr lang="zh-CN" altLang="en-US" dirty="0"/>
              <a:t>选举都由</a:t>
            </a:r>
            <a:r>
              <a:rPr lang="en-US" altLang="zh-CN" dirty="0"/>
              <a:t>controller</a:t>
            </a:r>
            <a:r>
              <a:rPr lang="zh-CN" altLang="en-US" dirty="0"/>
              <a:t>决定。</a:t>
            </a:r>
            <a:r>
              <a:rPr lang="en-US" altLang="zh-CN" dirty="0"/>
              <a:t>controller</a:t>
            </a:r>
            <a:r>
              <a:rPr lang="zh-CN" altLang="en-US" dirty="0"/>
              <a:t>会将</a:t>
            </a:r>
            <a:r>
              <a:rPr lang="en-US" altLang="zh-CN" dirty="0"/>
              <a:t>Leader</a:t>
            </a:r>
            <a:r>
              <a:rPr lang="zh-CN" altLang="en-US" dirty="0"/>
              <a:t>的改变直接通过</a:t>
            </a:r>
            <a:r>
              <a:rPr lang="en-US" altLang="zh-CN" dirty="0"/>
              <a:t>RPC</a:t>
            </a:r>
            <a:r>
              <a:rPr lang="zh-CN" altLang="en-US" dirty="0"/>
              <a:t>的</a:t>
            </a:r>
            <a:r>
              <a:rPr lang="zh-CN" altLang="en-US" dirty="0" smtClean="0"/>
              <a:t>方式通知</a:t>
            </a:r>
            <a:r>
              <a:rPr lang="zh-CN" altLang="en-US" dirty="0"/>
              <a:t>需为此作出响应的</a:t>
            </a:r>
            <a:r>
              <a:rPr lang="en-US" altLang="zh-CN" dirty="0"/>
              <a:t>Broker</a:t>
            </a:r>
            <a:r>
              <a:rPr lang="zh-CN" altLang="en-US" dirty="0" smtClean="0"/>
              <a:t>。</a:t>
            </a:r>
            <a:endParaRPr lang="zh-CN" altLang="en-US" dirty="0"/>
          </a:p>
        </p:txBody>
      </p:sp>
    </p:spTree>
    <p:extLst>
      <p:ext uri="{BB962C8B-B14F-4D97-AF65-F5344CB8AC3E}">
        <p14:creationId xmlns:p14="http://schemas.microsoft.com/office/powerpoint/2010/main" val="33300506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消息队列</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体系</a:t>
            </a:r>
            <a:r>
              <a:rPr lang="zh-CN" altLang="en-US" dirty="0" smtClean="0"/>
              <a:t>结构</a:t>
            </a:r>
            <a:endParaRPr lang="zh-CN" altLang="en-US" dirty="0"/>
          </a:p>
        </p:txBody>
      </p:sp>
      <p:pic>
        <p:nvPicPr>
          <p:cNvPr id="2050" name="Picture 2" descr="D:\Users\zhangfan16\Documents\Tencent Files\649561678\Image\C2C\5O@6%~HLF}F~54WC_UC4E]K.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144" y="1893967"/>
            <a:ext cx="7896225"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9333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消息队列</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生产者</a:t>
            </a:r>
          </a:p>
        </p:txBody>
      </p:sp>
      <p:sp>
        <p:nvSpPr>
          <p:cNvPr id="4" name="AutoShape 1" descr="C:\Users\zf\Documents\Tencent Files\1248409549\Image\C2C\HRT70HX_V4Y15XRFS3WVSWI.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6" name="Picture 2" descr="D:\Users\zhangfan16\Documents\Tencent Files\649561678\Image\C2C\HRT70HX_V4Y15XRFS3WVSWI.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231" y="1837968"/>
            <a:ext cx="6543675"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9333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消息队列</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消费者</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954978"/>
            <a:ext cx="5832648" cy="3590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74286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smtClean="0"/>
              <a:t>消息队列</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消费</a:t>
            </a:r>
            <a:r>
              <a:rPr lang="zh-CN" altLang="en-US" dirty="0"/>
              <a:t>分组</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1340768"/>
            <a:ext cx="4768698"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259632" y="4077072"/>
            <a:ext cx="6372274" cy="2304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zh-CN" altLang="en-US" dirty="0"/>
              <a:t>消费者给自己贴上一个消费者组的标签，每一个发布到一个主题的记录都被交付给每个订阅消费者组中的一个消费者实例</a:t>
            </a:r>
            <a:r>
              <a:rPr lang="zh-CN" altLang="en-US" dirty="0" smtClean="0"/>
              <a:t>。</a:t>
            </a:r>
            <a:endParaRPr lang="en-US" altLang="zh-CN" dirty="0" smtClean="0"/>
          </a:p>
          <a:p>
            <a:pPr marL="285750" indent="-285750">
              <a:buFont typeface="Arial" pitchFamily="34" charset="0"/>
              <a:buChar char="•"/>
            </a:pPr>
            <a:r>
              <a:rPr lang="zh-CN" altLang="en-US" dirty="0" smtClean="0"/>
              <a:t>如果</a:t>
            </a:r>
            <a:r>
              <a:rPr lang="zh-CN" altLang="en-US" dirty="0"/>
              <a:t>所有的消费者实例</a:t>
            </a:r>
            <a:r>
              <a:rPr lang="zh-CN" altLang="en-US" dirty="0" smtClean="0"/>
              <a:t>都为相同</a:t>
            </a:r>
            <a:r>
              <a:rPr lang="zh-CN" altLang="en-US" dirty="0"/>
              <a:t>的消费者组，那么这些记录将有效地在消费者实例上负载平衡</a:t>
            </a:r>
            <a:r>
              <a:rPr lang="zh-CN" altLang="en-US" dirty="0" smtClean="0"/>
              <a:t>。</a:t>
            </a:r>
            <a:endParaRPr lang="en-US" altLang="zh-CN" dirty="0" smtClean="0"/>
          </a:p>
          <a:p>
            <a:pPr marL="285750" indent="-285750">
              <a:buFont typeface="Arial" pitchFamily="34" charset="0"/>
              <a:buChar char="•"/>
            </a:pPr>
            <a:r>
              <a:rPr lang="zh-CN" altLang="en-US" dirty="0" smtClean="0"/>
              <a:t>如果</a:t>
            </a:r>
            <a:r>
              <a:rPr lang="zh-CN" altLang="en-US" dirty="0"/>
              <a:t>所有的消费者实例都有不同的消费者组，那么每个记录将被广播到所有的消费者进程中。</a:t>
            </a:r>
          </a:p>
        </p:txBody>
      </p:sp>
    </p:spTree>
    <p:extLst>
      <p:ext uri="{BB962C8B-B14F-4D97-AF65-F5344CB8AC3E}">
        <p14:creationId xmlns:p14="http://schemas.microsoft.com/office/powerpoint/2010/main" val="40097888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Logstash &amp; Kafka</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结构体系</a:t>
            </a:r>
            <a:endParaRPr lang="en-US" altLang="zh-CN" dirty="0" smtClean="0"/>
          </a:p>
          <a:p>
            <a:pPr algn="ctr"/>
            <a:endParaRPr lang="zh-CN" altLang="en-US" dirty="0"/>
          </a:p>
        </p:txBody>
      </p:sp>
      <p:sp>
        <p:nvSpPr>
          <p:cNvPr id="4" name="矩形 3"/>
          <p:cNvSpPr/>
          <p:nvPr/>
        </p:nvSpPr>
        <p:spPr>
          <a:xfrm>
            <a:off x="1043608" y="4159770"/>
            <a:ext cx="7239000" cy="13681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t>生产者</a:t>
            </a:r>
            <a:r>
              <a:rPr lang="en-US" altLang="zh-CN" dirty="0" err="1" smtClean="0"/>
              <a:t>logstash</a:t>
            </a:r>
            <a:r>
              <a:rPr lang="en-US" altLang="zh-CN" dirty="0" smtClean="0"/>
              <a:t>:</a:t>
            </a:r>
            <a:r>
              <a:rPr lang="zh-CN" altLang="en-US" dirty="0" smtClean="0"/>
              <a:t>收集日志并解析成每条日志向</a:t>
            </a:r>
            <a:r>
              <a:rPr lang="en-US" altLang="zh-CN" dirty="0" err="1" smtClean="0"/>
              <a:t>kafka</a:t>
            </a:r>
            <a:r>
              <a:rPr lang="zh-CN" altLang="en-US" dirty="0" smtClean="0"/>
              <a:t>发送主题消息。</a:t>
            </a:r>
            <a:endParaRPr lang="en-US" altLang="zh-CN" dirty="0" smtClean="0"/>
          </a:p>
          <a:p>
            <a:endParaRPr lang="en-US" altLang="zh-CN" dirty="0" smtClean="0"/>
          </a:p>
          <a:p>
            <a:r>
              <a:rPr lang="zh-CN" altLang="en-US" dirty="0" smtClean="0"/>
              <a:t>消费者</a:t>
            </a:r>
            <a:r>
              <a:rPr lang="en-US" altLang="zh-CN" dirty="0" smtClean="0"/>
              <a:t>logstash:</a:t>
            </a:r>
            <a:r>
              <a:rPr lang="zh-CN" altLang="en-US" dirty="0" smtClean="0"/>
              <a:t>在</a:t>
            </a:r>
            <a:r>
              <a:rPr lang="en-US" altLang="zh-CN" dirty="0" smtClean="0"/>
              <a:t>zookeeper</a:t>
            </a:r>
            <a:r>
              <a:rPr lang="zh-CN" altLang="en-US" dirty="0" smtClean="0"/>
              <a:t>注册自己，并订阅该主题的消息，然后从</a:t>
            </a:r>
            <a:r>
              <a:rPr lang="en-US" altLang="zh-CN" dirty="0" smtClean="0"/>
              <a:t>kafka</a:t>
            </a:r>
            <a:r>
              <a:rPr lang="zh-CN" altLang="en-US" dirty="0" smtClean="0"/>
              <a:t>节点中顺序</a:t>
            </a:r>
            <a:r>
              <a:rPr lang="zh-CN" altLang="en-US" dirty="0" smtClean="0"/>
              <a:t>读取每条日志，</a:t>
            </a:r>
            <a:r>
              <a:rPr lang="zh-CN" altLang="en-US" dirty="0" smtClean="0"/>
              <a:t>再做</a:t>
            </a:r>
            <a:r>
              <a:rPr lang="zh-CN" altLang="en-US" dirty="0" smtClean="0"/>
              <a:t>数据分析、统计、告警等处理</a:t>
            </a:r>
            <a:r>
              <a:rPr lang="zh-CN" altLang="en-US" dirty="0" smtClean="0"/>
              <a:t>。</a:t>
            </a:r>
            <a:endParaRPr lang="en-US" altLang="zh-CN" dirty="0" smtClean="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558" y="1922937"/>
            <a:ext cx="7385050" cy="149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0786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Logstash &amp; Kafka</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生产者配置</a:t>
            </a:r>
            <a:endParaRPr lang="zh-CN" altLang="en-US" dirty="0"/>
          </a:p>
        </p:txBody>
      </p:sp>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2100" y="1695080"/>
            <a:ext cx="5067300" cy="406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00491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Logstash &amp; Kafka</a:t>
            </a:r>
            <a:endParaRPr lang="zh-CN" alt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消费者配置</a:t>
            </a:r>
            <a:endParaRPr lang="zh-CN" altLang="en-US" dirty="0"/>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756808"/>
            <a:ext cx="4392488" cy="4046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51870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a:t>配置</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err="1" smtClean="0"/>
              <a:t>zk</a:t>
            </a:r>
            <a:r>
              <a:rPr lang="zh-CN" altLang="en-US" dirty="0" smtClean="0"/>
              <a:t>配置</a:t>
            </a:r>
            <a:endParaRPr lang="zh-CN" altLang="en-US" dirty="0"/>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9187" y="2492896"/>
            <a:ext cx="6333066" cy="2095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55667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a:t>配置</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467544" y="1199088"/>
            <a:ext cx="0"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576064" cy="152401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smtClean="0"/>
              <a:t>节点配置</a:t>
            </a:r>
            <a:endParaRPr lang="zh-CN" altLang="en-US"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458" y="2528900"/>
            <a:ext cx="7743455" cy="1740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10706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a:t>配置</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647056" y="1199088"/>
            <a:ext cx="18256"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971600" cy="6480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socket</a:t>
            </a:r>
            <a:r>
              <a:rPr lang="zh-CN" altLang="en-US" dirty="0" smtClean="0"/>
              <a:t>配置</a:t>
            </a:r>
            <a:endParaRPr lang="zh-CN" altLang="en-US"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1543050"/>
            <a:ext cx="662305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04830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3078" y="438150"/>
            <a:ext cx="4474840" cy="758602"/>
          </a:xfrm>
        </p:spPr>
        <p:style>
          <a:lnRef idx="2">
            <a:schemeClr val="accent3"/>
          </a:lnRef>
          <a:fillRef idx="1">
            <a:schemeClr val="lt1"/>
          </a:fillRef>
          <a:effectRef idx="0">
            <a:schemeClr val="accent3"/>
          </a:effectRef>
          <a:fontRef idx="minor">
            <a:schemeClr val="dk1"/>
          </a:fontRef>
        </p:style>
        <p:txBody>
          <a:bodyPr>
            <a:normAutofit fontScale="90000"/>
          </a:bodyPr>
          <a:lstStyle/>
          <a:p>
            <a:r>
              <a:rPr lang="en-US" altLang="zh-CN" dirty="0" smtClean="0"/>
              <a:t>Kafka</a:t>
            </a:r>
            <a:r>
              <a:rPr lang="zh-CN" altLang="en-US" dirty="0"/>
              <a:t>配置</a:t>
            </a: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直接连接符 13"/>
          <p:cNvCxnSpPr>
            <a:endCxn id="16" idx="0"/>
          </p:cNvCxnSpPr>
          <p:nvPr/>
        </p:nvCxnSpPr>
        <p:spPr>
          <a:xfrm>
            <a:off x="647056" y="1199088"/>
            <a:ext cx="18256" cy="1437824"/>
          </a:xfrm>
          <a:prstGeom prst="line">
            <a:avLst/>
          </a:prstGeom>
        </p:spPr>
        <p:style>
          <a:lnRef idx="1">
            <a:schemeClr val="accent5"/>
          </a:lnRef>
          <a:fillRef idx="0">
            <a:schemeClr val="accent5"/>
          </a:fillRef>
          <a:effectRef idx="0">
            <a:schemeClr val="accent5"/>
          </a:effectRef>
          <a:fontRef idx="minor">
            <a:schemeClr val="tx1"/>
          </a:fontRef>
        </p:style>
      </p:cxnSp>
      <p:sp>
        <p:nvSpPr>
          <p:cNvPr id="16" name="圆角矩形 15"/>
          <p:cNvSpPr/>
          <p:nvPr/>
        </p:nvSpPr>
        <p:spPr>
          <a:xfrm>
            <a:off x="179512" y="2636912"/>
            <a:ext cx="971600" cy="6480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Logs</a:t>
            </a:r>
          </a:p>
          <a:p>
            <a:pPr algn="ctr"/>
            <a:r>
              <a:rPr lang="zh-CN" altLang="en-US" dirty="0" smtClean="0"/>
              <a:t>配置</a:t>
            </a:r>
            <a:endParaRPr lang="zh-CN" altLang="en-US" dirty="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675515"/>
            <a:ext cx="5456237"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3449918"/>
            <a:ext cx="5456237" cy="3048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40049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0050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11560" y="2708920"/>
            <a:ext cx="8229600" cy="1143000"/>
          </a:xfrm>
        </p:spPr>
        <p:style>
          <a:lnRef idx="2">
            <a:schemeClr val="accent3">
              <a:shade val="50000"/>
            </a:schemeClr>
          </a:lnRef>
          <a:fillRef idx="1">
            <a:schemeClr val="accent3"/>
          </a:fillRef>
          <a:effectRef idx="0">
            <a:schemeClr val="accent3"/>
          </a:effectRef>
          <a:fontRef idx="minor">
            <a:schemeClr val="lt1"/>
          </a:fontRef>
        </p:style>
        <p:txBody>
          <a:bodyPr/>
          <a:lstStyle/>
          <a:p>
            <a:r>
              <a:rPr lang="en-US" altLang="zh-CN" dirty="0" smtClean="0"/>
              <a:t>Thanks</a:t>
            </a:r>
            <a:endParaRPr lang="zh-CN" altLang="en-US" dirty="0"/>
          </a:p>
        </p:txBody>
      </p:sp>
    </p:spTree>
    <p:extLst>
      <p:ext uri="{BB962C8B-B14F-4D97-AF65-F5344CB8AC3E}">
        <p14:creationId xmlns:p14="http://schemas.microsoft.com/office/powerpoint/2010/main" val="15224431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15766</TotalTime>
  <Words>1177</Words>
  <Application>Microsoft Office PowerPoint</Application>
  <PresentationFormat>全屏显示(4:3)</PresentationFormat>
  <Paragraphs>154</Paragraphs>
  <Slides>27</Slides>
  <Notes>26</Notes>
  <HiddenSlides>0</HiddenSlides>
  <MMClips>0</MMClips>
  <ScaleCrop>false</ScaleCrop>
  <HeadingPairs>
    <vt:vector size="4" baseType="variant">
      <vt:variant>
        <vt:lpstr>主题</vt:lpstr>
      </vt:variant>
      <vt:variant>
        <vt:i4>1</vt:i4>
      </vt:variant>
      <vt:variant>
        <vt:lpstr>幻灯片标题</vt:lpstr>
      </vt:variant>
      <vt:variant>
        <vt:i4>27</vt:i4>
      </vt:variant>
    </vt:vector>
  </HeadingPairs>
  <TitlesOfParts>
    <vt:vector size="28" baseType="lpstr">
      <vt:lpstr>Office 主题</vt:lpstr>
      <vt:lpstr>Kafka消息中间件</vt:lpstr>
      <vt:lpstr>目录</vt:lpstr>
      <vt:lpstr>Kafka简介</vt:lpstr>
      <vt:lpstr>Kafka简介</vt:lpstr>
      <vt:lpstr>Kafka设计原理</vt:lpstr>
      <vt:lpstr>Kafka设计原理</vt:lpstr>
      <vt:lpstr>Kafka设计原理</vt:lpstr>
      <vt:lpstr>Kafka设计原理</vt:lpstr>
      <vt:lpstr>Kafka设计原理</vt:lpstr>
      <vt:lpstr>Kafka设计原理</vt:lpstr>
      <vt:lpstr>Kafka设计原理</vt:lpstr>
      <vt:lpstr>Kafka设计原理</vt:lpstr>
      <vt:lpstr>Kafka设计原理</vt:lpstr>
      <vt:lpstr>Kafka设计原理</vt:lpstr>
      <vt:lpstr>Kafka设计原理</vt:lpstr>
      <vt:lpstr>Kafka消息队列</vt:lpstr>
      <vt:lpstr>Kafka消息队列</vt:lpstr>
      <vt:lpstr>Kafka消息队列</vt:lpstr>
      <vt:lpstr>Kafka消息队列</vt:lpstr>
      <vt:lpstr>Logstash &amp; Kafka</vt:lpstr>
      <vt:lpstr>Logstash &amp; Kafka</vt:lpstr>
      <vt:lpstr>Logstash &amp; Kafka</vt:lpstr>
      <vt:lpstr>Kafka配置</vt:lpstr>
      <vt:lpstr>Kafka配置</vt:lpstr>
      <vt:lpstr>Kafka配置</vt:lpstr>
      <vt:lpstr>Kafka配置</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Kafka消息系统</dc:title>
  <dc:creator>张帆</dc:creator>
  <cp:lastModifiedBy>张帆</cp:lastModifiedBy>
  <cp:revision>251</cp:revision>
  <dcterms:created xsi:type="dcterms:W3CDTF">2017-09-25T01:39:17Z</dcterms:created>
  <dcterms:modified xsi:type="dcterms:W3CDTF">2017-11-22T01:02:39Z</dcterms:modified>
</cp:coreProperties>
</file>