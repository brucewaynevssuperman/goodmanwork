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7" r:id="rId4"/>
    <p:sldId id="268" r:id="rId5"/>
    <p:sldId id="271" r:id="rId6"/>
    <p:sldId id="272" r:id="rId7"/>
    <p:sldId id="273" r:id="rId8"/>
    <p:sldId id="274" r:id="rId9"/>
    <p:sldId id="275" r:id="rId10"/>
    <p:sldId id="270" r:id="rId11"/>
    <p:sldId id="276" r:id="rId12"/>
    <p:sldId id="265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2015/6/26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>
                <a:latin typeface="隶书" panose="02010509060101010101" pitchFamily="49" charset="-122"/>
                <a:ea typeface="隶书" panose="02010509060101010101" pitchFamily="49" charset="-122"/>
              </a:rPr>
              <a:t>Bug</a:t>
            </a:r>
            <a:r>
              <a:rPr lang="zh-CN" altLang="en-US" dirty="0" smtClean="0">
                <a:latin typeface="隶书" panose="02010509060101010101" pitchFamily="49" charset="-122"/>
                <a:ea typeface="隶书" panose="02010509060101010101" pitchFamily="49" charset="-122"/>
              </a:rPr>
              <a:t>定位总结</a:t>
            </a:r>
            <a:endParaRPr lang="zh-CN" altLang="en-US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84168" y="3861048"/>
            <a:ext cx="2944416" cy="64807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VoidSun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0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900100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来源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1.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测试：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各种详细信息都能及时获得，可及时定位。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8064896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3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9001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来源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2.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线上业务：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bug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信息不能保证完整性，错误码、日志、错误描述等缺失可能性较大，更接近业务。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/>
          </a:p>
        </p:txBody>
      </p:sp>
      <p:pic>
        <p:nvPicPr>
          <p:cNvPr id="2049" name="Picture 1" descr="C:\Users\adminstrator\AppData\Roaming\Tencent\Users\2918832265\QQ\WinTemp\RichOle\Q0J$C6)MH{Q`]AXB0{T31X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784887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68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7849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定位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Step 1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：收集尽可能多的异常信息。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起码得有错误描述；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至少得有错误码；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3.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可能得有日志；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4.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最好全部都有；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5.…….</a:t>
            </a: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注：信息越全面，定位越快越准确。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018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784976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定位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Step 2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：根据已有信息层层锁定。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只有错误码或错误描述？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“异常定位法”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4824"/>
            <a:ext cx="8568952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422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784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定位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692697"/>
            <a:ext cx="8712968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717032"/>
            <a:ext cx="8712969" cy="2911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9544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784976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定位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Step 2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：根据已有信息层层锁定。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还有错误日志？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“逐步筛选、精确定位”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1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grep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'110083015' limit-facade-impl.log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grep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–C 5‘110083015’ limit-facade-impl.log   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显示前后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grep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–A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5‘110083015’ limit-facade-impl.log   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grep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–B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5‘110083015’ limit-facade-impl.log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前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2890639"/>
            <a:ext cx="8820472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264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784976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定位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Step 2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：根据已有信息层层锁定。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还有错误日志？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“逐步筛选、精确定位”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2.Msgno +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时间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注：有时需要结合其他系统或者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sql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查询的进一步定位。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Msgno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是唯一且精准定位的，有时结合时间可更精确定位。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24944"/>
            <a:ext cx="864096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2369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78497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定位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Step 2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：根据已有信息层层锁定。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还有错误日志？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“逐步筛选、精确定位”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3.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涉及其他系统，获取哪个系统调用。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获取</a:t>
            </a:r>
            <a:r>
              <a:rPr lang="zh-CN" altLang="en-US" dirty="0"/>
              <a:t>调用端</a:t>
            </a:r>
            <a:r>
              <a:rPr lang="en-US" altLang="zh-CN" dirty="0" err="1"/>
              <a:t>ip</a:t>
            </a:r>
            <a:r>
              <a:rPr lang="en-US" altLang="zh-CN" dirty="0"/>
              <a:t> </a:t>
            </a:r>
            <a:r>
              <a:rPr lang="zh-CN" altLang="en-US" dirty="0"/>
              <a:t>及调用端的连接</a:t>
            </a:r>
            <a:r>
              <a:rPr lang="zh-CN" altLang="en-US" dirty="0" smtClean="0"/>
              <a:t>端口</a:t>
            </a:r>
            <a:endParaRPr lang="en-US" altLang="zh-CN" dirty="0" smtClean="0"/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进入指定服务器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ssh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root@10.2.50.214</a:t>
            </a: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获取指定的服务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netstat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anp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grep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12021    12021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dirty="0"/>
              <a:t>连接端口号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找到指定进程  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ps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aux |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grep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31865</a:t>
            </a: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0777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78497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解决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根据具体的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bug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，具体分析，具体解决。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错误码的规范：是定位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bug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最直接的入口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错误日志打印：可以减少冗余，准确获取错误信息。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配置见附件。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426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784976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解决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logback.xml</a:t>
            </a: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文件：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appender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name="error"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class="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ch.qos.logback.core.rolling.RollingFileAppender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"&gt;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&lt;file&gt;${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logfile_path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}/${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logfile_name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}-error.log&lt;/file&gt;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&lt;append&gt;true&lt;/append&gt;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&lt;encoder&gt;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	&lt;pattern&gt;${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filePattern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}&lt;/pattern&gt;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&lt;/encoder&gt;</a:t>
            </a:r>
          </a:p>
          <a:p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&lt;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rollingPolicy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class="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ch.qos.logback.core.rolling.TimeBasedRollingPolicy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"&gt;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	&lt;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FileNamePattern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&gt;${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logfile_path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}/${logfile_name}-error-%d{yyyy-MM-dd}.%i.log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	&lt;/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FileNamePattern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	&lt;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MaxHistory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&gt;${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fileHistory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}&lt;/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MaxHistory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	&lt;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TimeBasedFileNamingAndTriggeringPolicy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		class="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ch.qos.logback.core.rolling.SizeAndTimeBasedFNATP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"&gt;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		&lt;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MaxFileSize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&gt;${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fileSize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}&lt;/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MaxFileSize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	&lt;/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TimeBasedFileNamingAndTriggeringPolicy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&lt;/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rollingPolicy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&lt;filter class="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ch.qos.logback.classic.filter.ThresholdFilter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"&gt;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	&lt;level&gt;ERROR&lt;/level&gt;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	&lt;/filter&gt;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&lt;/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appender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lang="en-US" altLang="zh-CN" sz="14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2481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1276305"/>
            <a:ext cx="7992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48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4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谢谢！</a:t>
            </a:r>
            <a:endParaRPr lang="en-US" altLang="zh-CN" sz="4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813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136</Words>
  <Application>Microsoft Office PowerPoint</Application>
  <PresentationFormat>全屏显示(4:3)</PresentationFormat>
  <Paragraphs>187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Bug定位总结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阶段性总结</dc:title>
  <dc:creator>adminstrator</dc:creator>
  <cp:lastModifiedBy>voidsun</cp:lastModifiedBy>
  <cp:revision>57</cp:revision>
  <dcterms:created xsi:type="dcterms:W3CDTF">2015-06-05T01:26:39Z</dcterms:created>
  <dcterms:modified xsi:type="dcterms:W3CDTF">2015-06-26T10:13:34Z</dcterms:modified>
</cp:coreProperties>
</file>